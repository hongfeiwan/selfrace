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620" y="7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AD92F6-187A-4EEE-8A2B-2E17F0D14B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FE34F54-779A-40BA-9211-1FF323B597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473CAB-1B15-421C-AAA1-3E71A0C4D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8617ED-C4FC-4109-B77E-CBB2929EA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F02E0C-BF40-4CB2-88E1-72ADCD88A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9264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1EA166-0916-4920-8819-EF2B3849A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5FD04E-EC77-4935-ADB7-91AD92EB96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3A3A6F-9282-47E8-A0FD-B6044D338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8D6529-2A0D-4EF6-9D0E-81A27EC77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F0F509-A053-45AA-AA39-69B1FFAA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6343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7ACD2D-AF38-407D-B2A5-CCAB0CA27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4EAF75-7CC3-4945-8943-5C0F71101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8A5089-6182-4FA1-86F4-39C638AAA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6F2DD6-2205-4548-8B1F-907395FD0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D07841-9122-4682-B7C8-714AD79CB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421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469665-EE8E-4159-8B6D-C599D414C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1913417-36E6-41D3-913C-CB5C10DC43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F40D986-FC63-427E-A604-D36F99ABF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04419FA-D68E-48B6-9699-0DC0820C7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45CF985-0944-4359-9BAD-75955F616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BA5EDF-0C3D-4C9E-961D-4905824C0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4897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F220CF-CF38-46B5-9D67-A3BAC4360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32EA2D-C4A9-40E7-9959-73B0F81C7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0B6A8D-4A3E-4066-849E-E6EFE85F7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AFB25BE-7920-467D-87C0-CD8DA4A5A5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4439E01-9B59-406A-9001-B3CA10421E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2543915-CDC1-4791-8346-8B51A852B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0F60F46-47E8-40C7-9F30-A2C992EA1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B50AC1-6D32-4EF9-8304-58FD63D01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5795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3BAA18-DC6B-4970-9D11-CCD823630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FBF14BA-7916-490B-AF14-D52206CD6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270E31B-32E0-47CA-B6D1-854F36192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6DDA6CD-4697-40B8-8FB5-052D107EB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2816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295CF87-9162-4F83-8214-3C7C614D5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440C9FD-1511-428E-9159-6336EAF89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CBBD44-A626-4500-AE57-14C8774F0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5758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9A14BF-6FB5-48DA-9CDE-3ED673EB2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B981AE-33ED-4886-8854-5AAD54F22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9626A8D-AFF7-4E33-A668-DFD388919F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99B345-62CF-42B5-A87E-050C257F4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5D399E4-D83C-4B53-A6DA-FB67438A7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4BBE632-DB49-4E37-A10B-FB9700FDE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9420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664BE6-944C-4422-85C7-A447CC36A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3C83037-B6C7-4080-B2BC-79DBC07FE2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CF68469-497B-47BB-9B4F-8B7FA618BA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D731AFD-5B4C-4EDB-8568-889E7E06E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047EF-2574-4560-96C2-2616163E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769FCD-4D68-47C2-A326-D9E12169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53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ADE4DA-865A-46CE-9045-A0B96389A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154F086-1968-4453-8697-08DB3CA5CD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EF5554-B0CC-40BA-A873-A6F9ED6E6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195141-9F8C-487C-AB1B-53F2A6673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186A831-509B-4353-8BFF-E63A34F77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687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7B9571A-3ED1-4E1C-BE28-8ED1E2DDDA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F37B8A9-FD0A-4069-A444-38CBA4930C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B5BFD0-7674-4877-B836-0FC7149E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025D50-6963-477A-B3A8-B483C804E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62250D-EA4E-4425-89EE-A512688AE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0537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F903C08-8BED-4904-B6B5-2B164392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F157689-88FA-4AD1-B20C-C8D65F580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60C4FF-1531-4C46-A382-F714899C2F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9F80EA-AFE6-4570-883F-20D9B728F63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F5341D-492F-450C-B5CD-72709DC9B3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7FC5247-82BE-4C2E-8F1E-0BA1E62F79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3310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D4E300A-2A39-4CC7-9BE0-D55BC33AFB91}"/>
              </a:ext>
            </a:extLst>
          </p:cNvPr>
          <p:cNvSpPr txBox="1"/>
          <p:nvPr/>
        </p:nvSpPr>
        <p:spPr>
          <a:xfrm>
            <a:off x="259080" y="9652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Agent_states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D9A2C3-B341-4DE7-BC29-606F3B0FE48A}"/>
              </a:ext>
            </a:extLst>
          </p:cNvPr>
          <p:cNvSpPr txBox="1"/>
          <p:nvPr/>
        </p:nvSpPr>
        <p:spPr>
          <a:xfrm>
            <a:off x="2128520" y="96520"/>
            <a:ext cx="24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x,y,yaw,speed,w,l,active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68D269-5819-40E6-97D4-5EE165E7CDEF}"/>
              </a:ext>
            </a:extLst>
          </p:cNvPr>
          <p:cNvSpPr txBox="1"/>
          <p:nvPr/>
        </p:nvSpPr>
        <p:spPr>
          <a:xfrm>
            <a:off x="259080" y="665480"/>
            <a:ext cx="1515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Other_agents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AB5A04-1104-4E66-B84D-3CBD5E7A70E7}"/>
              </a:ext>
            </a:extLst>
          </p:cNvPr>
          <p:cNvSpPr txBox="1"/>
          <p:nvPr/>
        </p:nvSpPr>
        <p:spPr>
          <a:xfrm>
            <a:off x="5582920" y="96520"/>
            <a:ext cx="3836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0,cos(yaw),sin(yaw),speed(-2,20</a:t>
            </a:r>
            <a:r>
              <a:rPr lang="zh-CN" altLang="en-US" dirty="0"/>
              <a:t>→</a:t>
            </a:r>
            <a:r>
              <a:rPr lang="en-US" altLang="zh-CN" dirty="0"/>
              <a:t>-1)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49342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36</Words>
  <Application>Microsoft Office PowerPoint</Application>
  <PresentationFormat>宽屏</PresentationFormat>
  <Paragraphs>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5</cp:revision>
  <dcterms:created xsi:type="dcterms:W3CDTF">2025-11-06T11:42:26Z</dcterms:created>
  <dcterms:modified xsi:type="dcterms:W3CDTF">2025-11-06T14:41:02Z</dcterms:modified>
</cp:coreProperties>
</file>