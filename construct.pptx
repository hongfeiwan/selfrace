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712" autoAdjust="0"/>
    <p:restoredTop sz="94660"/>
  </p:normalViewPr>
  <p:slideViewPr>
    <p:cSldViewPr snapToGrid="0">
      <p:cViewPr>
        <p:scale>
          <a:sx n="100" d="100"/>
          <a:sy n="100" d="100"/>
        </p:scale>
        <p:origin x="2164" y="10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BED5AB-465E-4E70-8B4C-8410F2278A90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F91C08-419E-435B-89FC-920B728238C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6541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F91C08-419E-435B-89FC-920B728238CC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70202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AD92F6-187A-4EEE-8A2B-2E17F0D14B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FE34F54-779A-40BA-9211-1FF323B597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473CAB-1B15-421C-AAA1-3E71A0C4D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8617ED-C4FC-4109-B77E-CBB2929EA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CF02E0C-BF40-4CB2-88E1-72ADCD88A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9264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1EA166-0916-4920-8819-EF2B3849A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5FD04E-EC77-4935-ADB7-91AD92EB96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3A3A6F-9282-47E8-A0FD-B6044D338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38D6529-2A0D-4EF6-9D0E-81A27EC77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F0F509-A053-45AA-AA39-69B1FFAA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6343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7ACD2D-AF38-407D-B2A5-CCAB0CA27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C4EAF75-7CC3-4945-8943-5C0F711010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8A5089-6182-4FA1-86F4-39C638AAA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6F2DD6-2205-4548-8B1F-907395FD0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D07841-9122-4682-B7C8-714AD79CB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421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469665-EE8E-4159-8B6D-C599D414C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1913417-36E6-41D3-913C-CB5C10DC43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F40D986-FC63-427E-A604-D36F99ABF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04419FA-D68E-48B6-9699-0DC0820C7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45CF985-0944-4359-9BAD-75955F616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4BA5EDF-0C3D-4C9E-961D-4905824C0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4897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F220CF-CF38-46B5-9D67-A3BAC4360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C32EA2D-C4A9-40E7-9959-73B0F81C7B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F0B6A8D-4A3E-4066-849E-E6EFE85F7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AFB25BE-7920-467D-87C0-CD8DA4A5A5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4439E01-9B59-406A-9001-B3CA10421E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2543915-CDC1-4791-8346-8B51A852B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0F60F46-47E8-40C7-9F30-A2C992EA1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4B50AC1-6D32-4EF9-8304-58FD63D01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57953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3BAA18-DC6B-4970-9D11-CCD823630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FBF14BA-7916-490B-AF14-D52206CD6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270E31B-32E0-47CA-B6D1-854F36192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6DDA6CD-4697-40B8-8FB5-052D107EB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28169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295CF87-9162-4F83-8214-3C7C614D5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440C9FD-1511-428E-9159-6336EAF89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CBBD44-A626-4500-AE57-14C8774F0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5758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9A14BF-6FB5-48DA-9CDE-3ED673EB2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4B981AE-33ED-4886-8854-5AAD54F22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9626A8D-AFF7-4E33-A668-DFD388919F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99B345-62CF-42B5-A87E-050C257F4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5D399E4-D83C-4B53-A6DA-FB67438A7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4BBE632-DB49-4E37-A10B-FB9700FDE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9420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664BE6-944C-4422-85C7-A447CC36A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3C83037-B6C7-4080-B2BC-79DBC07FE2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CF68469-497B-47BB-9B4F-8B7FA618BA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D731AFD-5B4C-4EDB-8568-889E7E06E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047EF-2574-4560-96C2-2616163E1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769FCD-4D68-47C2-A326-D9E12169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53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ADE4DA-865A-46CE-9045-A0B96389A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154F086-1968-4453-8697-08DB3CA5CD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AEF5554-B0CC-40BA-A873-A6F9ED6E6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195141-9F8C-487C-AB1B-53F2A6673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186A831-509B-4353-8BFF-E63A34F77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3687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7B9571A-3ED1-4E1C-BE28-8ED1E2DDDA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F37B8A9-FD0A-4069-A444-38CBA4930C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BB5BFD0-7674-4877-B836-0FC7149E2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F80EA-AFE6-4570-883F-20D9B728F631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025D50-6963-477A-B3A8-B483C804E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C62250D-EA4E-4425-89EE-A512688AE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0537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F903C08-8BED-4904-B6B5-2B164392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F157689-88FA-4AD1-B20C-C8D65F580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60C4FF-1531-4C46-A382-F714899C2F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9F80EA-AFE6-4570-883F-20D9B728F631}" type="datetimeFigureOut">
              <a:rPr lang="zh-CN" altLang="en-US" smtClean="0"/>
              <a:t>2025/11/10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F5341D-492F-450C-B5CD-72709DC9B3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7FC5247-82BE-4C2E-8F1E-0BA1E62F79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0B32E-5CB5-4C76-BE4B-E7112B5326D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3310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D4E300A-2A39-4CC7-9BE0-D55BC33AFB91}"/>
              </a:ext>
            </a:extLst>
          </p:cNvPr>
          <p:cNvSpPr txBox="1"/>
          <p:nvPr/>
        </p:nvSpPr>
        <p:spPr>
          <a:xfrm>
            <a:off x="259080" y="96520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Agent_states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D9A2C3-B341-4DE7-BC29-606F3B0FE48A}"/>
              </a:ext>
            </a:extLst>
          </p:cNvPr>
          <p:cNvSpPr txBox="1"/>
          <p:nvPr/>
        </p:nvSpPr>
        <p:spPr>
          <a:xfrm>
            <a:off x="1747520" y="96520"/>
            <a:ext cx="24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x,y,yaw,speed,w,l,active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768D269-5819-40E6-97D4-5EE165E7CDEF}"/>
              </a:ext>
            </a:extLst>
          </p:cNvPr>
          <p:cNvSpPr txBox="1"/>
          <p:nvPr/>
        </p:nvSpPr>
        <p:spPr>
          <a:xfrm>
            <a:off x="259080" y="665480"/>
            <a:ext cx="1515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Other_agents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AB5A04-1104-4E66-B84D-3CBD5E7A70E7}"/>
              </a:ext>
            </a:extLst>
          </p:cNvPr>
          <p:cNvSpPr txBox="1"/>
          <p:nvPr/>
        </p:nvSpPr>
        <p:spPr>
          <a:xfrm>
            <a:off x="4909820" y="96520"/>
            <a:ext cx="7254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0,0,cos(yaw),sin(yaw),speed(-2,20</a:t>
            </a:r>
            <a:r>
              <a:rPr lang="zh-CN" altLang="en-US" dirty="0"/>
              <a:t>→</a:t>
            </a:r>
            <a:r>
              <a:rPr lang="en-US" altLang="zh-CN" dirty="0"/>
              <a:t>-1,1),w(0.8,3)</a:t>
            </a:r>
            <a:r>
              <a:rPr lang="zh-CN" altLang="en-US" dirty="0"/>
              <a:t> →</a:t>
            </a:r>
            <a:r>
              <a:rPr lang="en-US" altLang="zh-CN" dirty="0"/>
              <a:t>0,1,l (0.8,7)</a:t>
            </a:r>
            <a:r>
              <a:rPr lang="zh-CN" altLang="en-US" dirty="0"/>
              <a:t> →</a:t>
            </a:r>
            <a:r>
              <a:rPr lang="en-US" altLang="zh-CN" dirty="0"/>
              <a:t>0,1 | 1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5676D12-4941-44F5-B7B9-6150D46F31F8}"/>
              </a:ext>
            </a:extLst>
          </p:cNvPr>
          <p:cNvSpPr txBox="1"/>
          <p:nvPr/>
        </p:nvSpPr>
        <p:spPr>
          <a:xfrm>
            <a:off x="1747520" y="665480"/>
            <a:ext cx="2440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dx,dy,dvx,dvy,w,l,active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1FB6BE-5F59-4148-AE9F-38C322CA3556}"/>
              </a:ext>
            </a:extLst>
          </p:cNvPr>
          <p:cNvSpPr txBox="1"/>
          <p:nvPr/>
        </p:nvSpPr>
        <p:spPr>
          <a:xfrm>
            <a:off x="4909818" y="665480"/>
            <a:ext cx="7210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dx(0,200</a:t>
            </a:r>
            <a:r>
              <a:rPr lang="zh-CN" altLang="en-US" dirty="0"/>
              <a:t>→</a:t>
            </a:r>
            <a:r>
              <a:rPr lang="en-US" altLang="zh-CN" dirty="0"/>
              <a:t>0,1),dy (0,200</a:t>
            </a:r>
            <a:r>
              <a:rPr lang="zh-CN" altLang="en-US" dirty="0"/>
              <a:t>→</a:t>
            </a:r>
            <a:r>
              <a:rPr lang="en-US" altLang="zh-CN" dirty="0"/>
              <a:t>0,1),speed(same), speed same),w,l,1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B7EFF7-B738-4F85-A06B-13D7757B9D64}"/>
              </a:ext>
            </a:extLst>
          </p:cNvPr>
          <p:cNvSpPr txBox="1"/>
          <p:nvPr/>
        </p:nvSpPr>
        <p:spPr>
          <a:xfrm>
            <a:off x="259080" y="1898842"/>
            <a:ext cx="904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W_lane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21E84A-FC95-46EE-81F6-05D2CD3DA68B}"/>
              </a:ext>
            </a:extLst>
          </p:cNvPr>
          <p:cNvSpPr txBox="1"/>
          <p:nvPr/>
        </p:nvSpPr>
        <p:spPr>
          <a:xfrm>
            <a:off x="4909819" y="1034812"/>
            <a:ext cx="28498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1,1,1,1,1,1,0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8A57555-0182-45A8-A6B4-E5709A80A0B8}"/>
              </a:ext>
            </a:extLst>
          </p:cNvPr>
          <p:cNvSpPr txBox="1"/>
          <p:nvPr/>
        </p:nvSpPr>
        <p:spPr>
          <a:xfrm>
            <a:off x="12192000" y="91440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8dim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DAD76C-4679-4526-A614-4B755A195B8E}"/>
              </a:ext>
            </a:extLst>
          </p:cNvPr>
          <p:cNvSpPr txBox="1"/>
          <p:nvPr/>
        </p:nvSpPr>
        <p:spPr>
          <a:xfrm>
            <a:off x="12188664" y="680581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7x20dim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44BC7BF-1FE9-4991-8A69-E3C4BE00DC01}"/>
              </a:ext>
            </a:extLst>
          </p:cNvPr>
          <p:cNvSpPr txBox="1"/>
          <p:nvPr/>
        </p:nvSpPr>
        <p:spPr>
          <a:xfrm>
            <a:off x="1747520" y="1898842"/>
            <a:ext cx="2087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dx,dy,Δs(</a:t>
            </a:r>
            <a:r>
              <a:rPr lang="zh-CN" altLang="en-US" dirty="0"/>
              <a:t>剩余路径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0C6EC13-A858-4BAC-9B28-D6D7C9013B5F}"/>
              </a:ext>
            </a:extLst>
          </p:cNvPr>
          <p:cNvSpPr txBox="1"/>
          <p:nvPr/>
        </p:nvSpPr>
        <p:spPr>
          <a:xfrm>
            <a:off x="4266693" y="83820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7AEA65C-E032-44DA-9386-AC55516AF589}"/>
              </a:ext>
            </a:extLst>
          </p:cNvPr>
          <p:cNvSpPr txBox="1"/>
          <p:nvPr/>
        </p:nvSpPr>
        <p:spPr>
          <a:xfrm>
            <a:off x="4266693" y="672961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0EAA1571-9682-471A-9F2B-1647EBDA4203}"/>
              </a:ext>
            </a:extLst>
          </p:cNvPr>
          <p:cNvSpPr txBox="1"/>
          <p:nvPr/>
        </p:nvSpPr>
        <p:spPr>
          <a:xfrm>
            <a:off x="4088759" y="1064736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invalid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D4DEFC3-EAFC-448B-90B2-3873D0AD7037}"/>
              </a:ext>
            </a:extLst>
          </p:cNvPr>
          <p:cNvSpPr txBox="1"/>
          <p:nvPr/>
        </p:nvSpPr>
        <p:spPr>
          <a:xfrm>
            <a:off x="4909818" y="1903923"/>
            <a:ext cx="5880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dx(0,200</a:t>
            </a:r>
            <a:r>
              <a:rPr lang="zh-CN" altLang="en-US" dirty="0"/>
              <a:t>→</a:t>
            </a:r>
            <a:r>
              <a:rPr lang="en-US" altLang="zh-CN" dirty="0"/>
              <a:t>0,1),dy (0,200</a:t>
            </a:r>
            <a:r>
              <a:rPr lang="zh-CN" altLang="en-US" dirty="0"/>
              <a:t>→</a:t>
            </a:r>
            <a:r>
              <a:rPr lang="en-US" altLang="zh-CN" dirty="0"/>
              <a:t>0,1),Δs (0,&gt;200</a:t>
            </a:r>
            <a:r>
              <a:rPr lang="zh-CN" altLang="en-US" dirty="0"/>
              <a:t>→</a:t>
            </a:r>
            <a:r>
              <a:rPr lang="en-US" altLang="zh-CN" dirty="0"/>
              <a:t>0,1),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DD91D78-2B44-488A-B271-B864D0E5C317}"/>
              </a:ext>
            </a:extLst>
          </p:cNvPr>
          <p:cNvSpPr txBox="1"/>
          <p:nvPr/>
        </p:nvSpPr>
        <p:spPr>
          <a:xfrm>
            <a:off x="4266693" y="1892701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C15A90A-2459-4046-9031-7DD6B5893A47}"/>
              </a:ext>
            </a:extLst>
          </p:cNvPr>
          <p:cNvSpPr txBox="1"/>
          <p:nvPr/>
        </p:nvSpPr>
        <p:spPr>
          <a:xfrm>
            <a:off x="4088759" y="2284476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invalid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08D24E6-1C4D-4905-BF00-3F8F67053238}"/>
              </a:ext>
            </a:extLst>
          </p:cNvPr>
          <p:cNvSpPr txBox="1"/>
          <p:nvPr/>
        </p:nvSpPr>
        <p:spPr>
          <a:xfrm>
            <a:off x="4909818" y="2270525"/>
            <a:ext cx="5880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，</a:t>
            </a:r>
            <a:r>
              <a:rPr lang="en-US" altLang="zh-CN" dirty="0"/>
              <a:t>1</a:t>
            </a:r>
            <a:r>
              <a:rPr lang="zh-CN" altLang="en-US" dirty="0"/>
              <a:t>，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32A1D5C-B872-4C7F-93C2-2944909C4CE6}"/>
              </a:ext>
            </a:extLst>
          </p:cNvPr>
          <p:cNvSpPr txBox="1"/>
          <p:nvPr/>
        </p:nvSpPr>
        <p:spPr>
          <a:xfrm>
            <a:off x="12192000" y="1920561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3x80dim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6E5464D-6FF8-409E-9BFD-C703EE59FABA}"/>
              </a:ext>
            </a:extLst>
          </p:cNvPr>
          <p:cNvSpPr txBox="1"/>
          <p:nvPr/>
        </p:nvSpPr>
        <p:spPr>
          <a:xfrm>
            <a:off x="263888" y="3126063"/>
            <a:ext cx="144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W_boundary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FD218AA-4A8D-4E55-9DE1-2FFD7F48358D}"/>
              </a:ext>
            </a:extLst>
          </p:cNvPr>
          <p:cNvSpPr txBox="1"/>
          <p:nvPr/>
        </p:nvSpPr>
        <p:spPr>
          <a:xfrm>
            <a:off x="1751979" y="3126063"/>
            <a:ext cx="741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dx,dy</a:t>
            </a:r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8DD83864-6ACF-4BB5-8D37-0D67F7904171}"/>
              </a:ext>
            </a:extLst>
          </p:cNvPr>
          <p:cNvSpPr txBox="1"/>
          <p:nvPr/>
        </p:nvSpPr>
        <p:spPr>
          <a:xfrm>
            <a:off x="4909818" y="3087505"/>
            <a:ext cx="3446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dx(0,200</a:t>
            </a:r>
            <a:r>
              <a:rPr lang="zh-CN" altLang="en-US" dirty="0"/>
              <a:t>→</a:t>
            </a:r>
            <a:r>
              <a:rPr lang="en-US" altLang="zh-CN" dirty="0"/>
              <a:t>0,1),dy (0,200</a:t>
            </a:r>
            <a:r>
              <a:rPr lang="zh-CN" altLang="en-US" dirty="0"/>
              <a:t>→</a:t>
            </a:r>
            <a:r>
              <a:rPr lang="en-US" altLang="zh-CN" dirty="0"/>
              <a:t>0,1)</a:t>
            </a:r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E8B984C8-78DF-4861-885B-04544887EEA2}"/>
              </a:ext>
            </a:extLst>
          </p:cNvPr>
          <p:cNvSpPr txBox="1"/>
          <p:nvPr/>
        </p:nvSpPr>
        <p:spPr>
          <a:xfrm>
            <a:off x="4266693" y="307628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3FBA317-1C1D-484E-B2DF-B6092E146420}"/>
              </a:ext>
            </a:extLst>
          </p:cNvPr>
          <p:cNvSpPr txBox="1"/>
          <p:nvPr/>
        </p:nvSpPr>
        <p:spPr>
          <a:xfrm>
            <a:off x="4088759" y="3440156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invalid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6DEB979-F60B-44A6-801C-DCF6B5567AFF}"/>
              </a:ext>
            </a:extLst>
          </p:cNvPr>
          <p:cNvSpPr txBox="1"/>
          <p:nvPr/>
        </p:nvSpPr>
        <p:spPr>
          <a:xfrm>
            <a:off x="4909818" y="3426205"/>
            <a:ext cx="3121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，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186FFBB7-E57E-4561-9048-C489B6A40CB7}"/>
              </a:ext>
            </a:extLst>
          </p:cNvPr>
          <p:cNvSpPr txBox="1"/>
          <p:nvPr/>
        </p:nvSpPr>
        <p:spPr>
          <a:xfrm>
            <a:off x="932041" y="2262033"/>
            <a:ext cx="2903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对于没有在</a:t>
            </a:r>
            <a:r>
              <a:rPr lang="en-US" altLang="zh-CN" dirty="0"/>
              <a:t>goal</a:t>
            </a:r>
            <a:r>
              <a:rPr lang="zh-CN" altLang="en-US" dirty="0"/>
              <a:t>上的</a:t>
            </a:r>
            <a:r>
              <a:rPr lang="en-US" altLang="zh-CN" dirty="0"/>
              <a:t>w_lane</a:t>
            </a:r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42643F60-EE74-4060-A981-6B6B304499AC}"/>
              </a:ext>
            </a:extLst>
          </p:cNvPr>
          <p:cNvSpPr txBox="1"/>
          <p:nvPr/>
        </p:nvSpPr>
        <p:spPr>
          <a:xfrm>
            <a:off x="932040" y="2625224"/>
            <a:ext cx="29033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全部填充</a:t>
            </a:r>
            <a:r>
              <a:rPr lang="en-US" altLang="zh-CN" dirty="0"/>
              <a:t>INF</a:t>
            </a:r>
            <a:r>
              <a:rPr lang="zh-CN" altLang="en-US" dirty="0"/>
              <a:t>（</a:t>
            </a:r>
            <a:r>
              <a:rPr lang="en-US" altLang="zh-CN" dirty="0"/>
              <a:t>1</a:t>
            </a:r>
            <a:r>
              <a:rPr lang="zh-CN" altLang="en-US" dirty="0"/>
              <a:t>）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8594424-49B8-4E46-AA9C-42294DA0B8BB}"/>
              </a:ext>
            </a:extLst>
          </p:cNvPr>
          <p:cNvSpPr txBox="1"/>
          <p:nvPr/>
        </p:nvSpPr>
        <p:spPr>
          <a:xfrm>
            <a:off x="263888" y="3870490"/>
            <a:ext cx="1087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Stop_line</a:t>
            </a:r>
            <a:endParaRPr lang="zh-CN" altLang="en-US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8E82318C-6CCF-4916-AA9D-9976D49DB912}"/>
              </a:ext>
            </a:extLst>
          </p:cNvPr>
          <p:cNvSpPr txBox="1"/>
          <p:nvPr/>
        </p:nvSpPr>
        <p:spPr>
          <a:xfrm>
            <a:off x="1751978" y="3870490"/>
            <a:ext cx="1296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dx,dy</a:t>
            </a:r>
            <a:endParaRPr lang="zh-CN" altLang="en-US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292852F3-07DD-4766-A1C6-4AF9A039CED7}"/>
              </a:ext>
            </a:extLst>
          </p:cNvPr>
          <p:cNvSpPr txBox="1"/>
          <p:nvPr/>
        </p:nvSpPr>
        <p:spPr>
          <a:xfrm>
            <a:off x="4909818" y="3879312"/>
            <a:ext cx="3446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dx(0,200</a:t>
            </a:r>
            <a:r>
              <a:rPr lang="zh-CN" altLang="en-US" dirty="0"/>
              <a:t>→</a:t>
            </a:r>
            <a:r>
              <a:rPr lang="en-US" altLang="zh-CN" dirty="0"/>
              <a:t>0,1),dy (0,200</a:t>
            </a:r>
            <a:r>
              <a:rPr lang="zh-CN" altLang="en-US" dirty="0"/>
              <a:t>→</a:t>
            </a:r>
            <a:r>
              <a:rPr lang="en-US" altLang="zh-CN" dirty="0"/>
              <a:t>0,1)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0FC3072-1966-453F-A442-8BDFAA6CFC21}"/>
              </a:ext>
            </a:extLst>
          </p:cNvPr>
          <p:cNvSpPr txBox="1"/>
          <p:nvPr/>
        </p:nvSpPr>
        <p:spPr>
          <a:xfrm>
            <a:off x="4266693" y="3868090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64ADD676-CC75-4DFA-8CCD-D82A9F9E2E11}"/>
              </a:ext>
            </a:extLst>
          </p:cNvPr>
          <p:cNvSpPr txBox="1"/>
          <p:nvPr/>
        </p:nvSpPr>
        <p:spPr>
          <a:xfrm>
            <a:off x="4088759" y="4231963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invalid</a:t>
            </a:r>
            <a:endParaRPr lang="zh-CN" altLang="en-US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D5294CDC-F591-4550-8E37-D215C373DDEB}"/>
              </a:ext>
            </a:extLst>
          </p:cNvPr>
          <p:cNvSpPr txBox="1"/>
          <p:nvPr/>
        </p:nvSpPr>
        <p:spPr>
          <a:xfrm>
            <a:off x="4909818" y="4218012"/>
            <a:ext cx="3121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，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225CF32-A4CE-48CF-811B-C69A16AA2EE2}"/>
              </a:ext>
            </a:extLst>
          </p:cNvPr>
          <p:cNvSpPr txBox="1"/>
          <p:nvPr/>
        </p:nvSpPr>
        <p:spPr>
          <a:xfrm>
            <a:off x="12192000" y="3056873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2x80dim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579B3279-EF15-49E6-AE1B-CC1DC5534862}"/>
              </a:ext>
            </a:extLst>
          </p:cNvPr>
          <p:cNvSpPr txBox="1"/>
          <p:nvPr/>
        </p:nvSpPr>
        <p:spPr>
          <a:xfrm>
            <a:off x="12192000" y="3869651"/>
            <a:ext cx="1090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2x10dim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B9EB623E-ABBC-40C0-A7FD-0B7083ECCCE6}"/>
              </a:ext>
            </a:extLst>
          </p:cNvPr>
          <p:cNvSpPr txBox="1"/>
          <p:nvPr/>
        </p:nvSpPr>
        <p:spPr>
          <a:xfrm>
            <a:off x="508912" y="4931090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Goals</a:t>
            </a:r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997DFBF1-BECA-4514-8886-DC00E9980F45}"/>
              </a:ext>
            </a:extLst>
          </p:cNvPr>
          <p:cNvSpPr txBox="1"/>
          <p:nvPr/>
        </p:nvSpPr>
        <p:spPr>
          <a:xfrm>
            <a:off x="1751978" y="4931090"/>
            <a:ext cx="1296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dx,dy</a:t>
            </a:r>
            <a:endParaRPr lang="zh-CN" alt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59331745-1D65-43A1-AB90-6D77445BA8ED}"/>
              </a:ext>
            </a:extLst>
          </p:cNvPr>
          <p:cNvSpPr txBox="1"/>
          <p:nvPr/>
        </p:nvSpPr>
        <p:spPr>
          <a:xfrm>
            <a:off x="4909818" y="4965168"/>
            <a:ext cx="3446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dx(0,200</a:t>
            </a:r>
            <a:r>
              <a:rPr lang="zh-CN" altLang="en-US" dirty="0"/>
              <a:t>→</a:t>
            </a:r>
            <a:r>
              <a:rPr lang="en-US" altLang="zh-CN" dirty="0"/>
              <a:t>0,1),dy (0,200</a:t>
            </a:r>
            <a:r>
              <a:rPr lang="zh-CN" altLang="en-US" dirty="0"/>
              <a:t>→</a:t>
            </a:r>
            <a:r>
              <a:rPr lang="en-US" altLang="zh-CN" dirty="0"/>
              <a:t>0,1)</a:t>
            </a:r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C4F11DF5-33CC-4056-A1F8-2AB4C1C4DA8A}"/>
              </a:ext>
            </a:extLst>
          </p:cNvPr>
          <p:cNvSpPr txBox="1"/>
          <p:nvPr/>
        </p:nvSpPr>
        <p:spPr>
          <a:xfrm>
            <a:off x="4266693" y="4953946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467CE18-A1FC-4D94-9446-2D79CC319A90}"/>
              </a:ext>
            </a:extLst>
          </p:cNvPr>
          <p:cNvSpPr txBox="1"/>
          <p:nvPr/>
        </p:nvSpPr>
        <p:spPr>
          <a:xfrm>
            <a:off x="4088759" y="5317819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invalid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D490FE40-11E5-43AA-A585-AED0F5DAC4B1}"/>
              </a:ext>
            </a:extLst>
          </p:cNvPr>
          <p:cNvSpPr txBox="1"/>
          <p:nvPr/>
        </p:nvSpPr>
        <p:spPr>
          <a:xfrm>
            <a:off x="4909818" y="5303868"/>
            <a:ext cx="3121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，</a:t>
            </a:r>
            <a:r>
              <a:rPr lang="en-US" altLang="zh-CN" dirty="0"/>
              <a:t>1</a:t>
            </a:r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352B2C8-5AA4-4B4C-B94B-CA12D54B7639}"/>
              </a:ext>
            </a:extLst>
          </p:cNvPr>
          <p:cNvSpPr txBox="1"/>
          <p:nvPr/>
        </p:nvSpPr>
        <p:spPr>
          <a:xfrm>
            <a:off x="12192000" y="4931090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128x2dim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AD6A6FB8-50B0-40CE-BC2A-C67479B54F4B}"/>
              </a:ext>
            </a:extLst>
          </p:cNvPr>
          <p:cNvSpPr txBox="1"/>
          <p:nvPr/>
        </p:nvSpPr>
        <p:spPr>
          <a:xfrm>
            <a:off x="100382" y="5687151"/>
            <a:ext cx="1250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Conditions</a:t>
            </a:r>
            <a:endParaRPr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AEB9CFAE-E923-4DB1-8005-EE40E29B07C2}"/>
              </a:ext>
            </a:extLst>
          </p:cNvPr>
          <p:cNvSpPr txBox="1"/>
          <p:nvPr/>
        </p:nvSpPr>
        <p:spPr>
          <a:xfrm>
            <a:off x="1757630" y="5702606"/>
            <a:ext cx="2457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current_road_curvature</a:t>
            </a:r>
            <a:endParaRPr lang="zh-CN" altLang="en-US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4F5B25E0-6FE7-4992-A6C8-B5FF9D8CC71A}"/>
              </a:ext>
            </a:extLst>
          </p:cNvPr>
          <p:cNvSpPr txBox="1"/>
          <p:nvPr/>
        </p:nvSpPr>
        <p:spPr>
          <a:xfrm>
            <a:off x="4909817" y="5702606"/>
            <a:ext cx="2725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-0.077,0.077</a:t>
            </a:r>
            <a:r>
              <a:rPr lang="zh-CN" altLang="en-US" dirty="0"/>
              <a:t> →</a:t>
            </a:r>
            <a:r>
              <a:rPr lang="en-US" altLang="zh-CN" dirty="0"/>
              <a:t>(-1,1)</a:t>
            </a:r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310F2C8C-B4B7-478F-AD80-61008C001042}"/>
              </a:ext>
            </a:extLst>
          </p:cNvPr>
          <p:cNvSpPr txBox="1"/>
          <p:nvPr/>
        </p:nvSpPr>
        <p:spPr>
          <a:xfrm>
            <a:off x="4266692" y="5710705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3A22451-9556-4D09-AD95-4A56CD3D6D52}"/>
              </a:ext>
            </a:extLst>
          </p:cNvPr>
          <p:cNvSpPr txBox="1"/>
          <p:nvPr/>
        </p:nvSpPr>
        <p:spPr>
          <a:xfrm>
            <a:off x="1757630" y="6080037"/>
            <a:ext cx="2249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Dynamics_params</a:t>
            </a:r>
            <a:endParaRPr lang="zh-CN" altLang="en-US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6E5BFD4B-CBA6-4E98-8103-4B7E0046ECE5}"/>
              </a:ext>
            </a:extLst>
          </p:cNvPr>
          <p:cNvSpPr txBox="1"/>
          <p:nvPr/>
        </p:nvSpPr>
        <p:spPr>
          <a:xfrm>
            <a:off x="4266691" y="6103591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BFBECAB-39EA-40DB-9B28-F3C115D584E2}"/>
              </a:ext>
            </a:extLst>
          </p:cNvPr>
          <p:cNvSpPr txBox="1"/>
          <p:nvPr/>
        </p:nvSpPr>
        <p:spPr>
          <a:xfrm>
            <a:off x="12188664" y="5734259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1dim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ADFED12-795B-4C48-BF58-974443246DD2}"/>
              </a:ext>
            </a:extLst>
          </p:cNvPr>
          <p:cNvSpPr txBox="1"/>
          <p:nvPr/>
        </p:nvSpPr>
        <p:spPr>
          <a:xfrm>
            <a:off x="12188664" y="6080037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4dim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4ECBA376-6738-4E29-873B-C8FC0B47ACD5}"/>
              </a:ext>
            </a:extLst>
          </p:cNvPr>
          <p:cNvSpPr txBox="1"/>
          <p:nvPr/>
        </p:nvSpPr>
        <p:spPr>
          <a:xfrm>
            <a:off x="4909816" y="6107710"/>
            <a:ext cx="31216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 Cthrottle 范围: [0.90</a:t>
            </a:r>
            <a:r>
              <a:rPr lang="en-US" altLang="zh-CN" dirty="0"/>
              <a:t>0</a:t>
            </a:r>
            <a:r>
              <a:rPr lang="zh-CN" altLang="en-US" dirty="0"/>
              <a:t>, 1.12</a:t>
            </a:r>
            <a:r>
              <a:rPr lang="en-US" altLang="zh-CN" dirty="0"/>
              <a:t>5</a:t>
            </a:r>
            <a:r>
              <a:rPr lang="zh-CN" altLang="en-US" dirty="0"/>
              <a:t>]</a:t>
            </a:r>
          </a:p>
          <a:p>
            <a:r>
              <a:rPr lang="zh-CN" altLang="en-US" dirty="0"/>
              <a:t> Csteer 范围: [0.90</a:t>
            </a:r>
            <a:r>
              <a:rPr lang="en-US" altLang="zh-CN" dirty="0"/>
              <a:t>0</a:t>
            </a:r>
            <a:r>
              <a:rPr lang="zh-CN" altLang="en-US" dirty="0"/>
              <a:t>, 1.12</a:t>
            </a:r>
            <a:r>
              <a:rPr lang="en-US" altLang="zh-CN" dirty="0"/>
              <a:t>5</a:t>
            </a:r>
            <a:r>
              <a:rPr lang="zh-CN" altLang="en-US" dirty="0"/>
              <a:t>]</a:t>
            </a:r>
          </a:p>
          <a:p>
            <a:r>
              <a:rPr lang="zh-CN" altLang="en-US" dirty="0"/>
              <a:t> Cacc 范围: [0.833, 1.2</a:t>
            </a:r>
            <a:r>
              <a:rPr lang="en-US" altLang="zh-CN" dirty="0"/>
              <a:t>5</a:t>
            </a:r>
            <a:r>
              <a:rPr lang="zh-CN" altLang="en-US" dirty="0"/>
              <a:t>]</a:t>
            </a:r>
          </a:p>
          <a:p>
            <a:r>
              <a:rPr lang="zh-CN" altLang="en-US" dirty="0"/>
              <a:t> Cvel 范围: [0.83</a:t>
            </a:r>
            <a:r>
              <a:rPr lang="en-US" altLang="zh-CN" dirty="0"/>
              <a:t>3</a:t>
            </a:r>
            <a:r>
              <a:rPr lang="zh-CN" altLang="en-US" dirty="0"/>
              <a:t>, 1.2</a:t>
            </a:r>
            <a:r>
              <a:rPr lang="en-US" altLang="zh-CN" dirty="0"/>
              <a:t>5</a:t>
            </a:r>
            <a:r>
              <a:rPr lang="zh-CN" altLang="en-US" dirty="0"/>
              <a:t>]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71BDC649-EFB5-4FBC-AA96-31EC08F2BF22}"/>
              </a:ext>
            </a:extLst>
          </p:cNvPr>
          <p:cNvSpPr txBox="1"/>
          <p:nvPr/>
        </p:nvSpPr>
        <p:spPr>
          <a:xfrm>
            <a:off x="7921625" y="6168096"/>
            <a:ext cx="1057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→</a:t>
            </a:r>
            <a:r>
              <a:rPr lang="en-US" altLang="zh-CN" dirty="0"/>
              <a:t>(0,1)</a:t>
            </a:r>
            <a:endParaRPr lang="zh-CN" altLang="en-US" dirty="0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FDC273E7-257E-4374-AA6A-9FA7BBFEA1F9}"/>
              </a:ext>
            </a:extLst>
          </p:cNvPr>
          <p:cNvSpPr txBox="1"/>
          <p:nvPr/>
        </p:nvSpPr>
        <p:spPr>
          <a:xfrm>
            <a:off x="1774238" y="7259967"/>
            <a:ext cx="2249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Reward_params</a:t>
            </a:r>
            <a:endParaRPr lang="zh-CN" altLang="en-US" dirty="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7244A8C2-006D-41D3-ACA5-4F9A556E31E2}"/>
              </a:ext>
            </a:extLst>
          </p:cNvPr>
          <p:cNvSpPr txBox="1"/>
          <p:nvPr/>
        </p:nvSpPr>
        <p:spPr>
          <a:xfrm>
            <a:off x="4266691" y="7259967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valid</a:t>
            </a:r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DA6649F-44A4-4D40-926C-B41C7254BFD9}"/>
              </a:ext>
            </a:extLst>
          </p:cNvPr>
          <p:cNvSpPr txBox="1"/>
          <p:nvPr/>
        </p:nvSpPr>
        <p:spPr>
          <a:xfrm>
            <a:off x="4909816" y="7264387"/>
            <a:ext cx="3121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10</a:t>
            </a:r>
            <a:r>
              <a:rPr lang="zh-CN" altLang="en-US" dirty="0"/>
              <a:t>项目分别归一化</a:t>
            </a: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94FB55DC-B302-41F8-AE26-91061322FE67}"/>
              </a:ext>
            </a:extLst>
          </p:cNvPr>
          <p:cNvSpPr txBox="1"/>
          <p:nvPr/>
        </p:nvSpPr>
        <p:spPr>
          <a:xfrm>
            <a:off x="12217994" y="7307382"/>
            <a:ext cx="846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10dim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FEB45226-6740-4ACC-946B-0CCB8EBBC311}"/>
              </a:ext>
            </a:extLst>
          </p:cNvPr>
          <p:cNvSpPr txBox="1"/>
          <p:nvPr/>
        </p:nvSpPr>
        <p:spPr>
          <a:xfrm>
            <a:off x="1774238" y="7763933"/>
            <a:ext cx="2249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Wheel_base</a:t>
            </a:r>
            <a:endParaRPr lang="zh-CN" altLang="en-US" dirty="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C5A45029-4495-4167-80DF-7E258C0D3B51}"/>
              </a:ext>
            </a:extLst>
          </p:cNvPr>
          <p:cNvSpPr txBox="1"/>
          <p:nvPr/>
        </p:nvSpPr>
        <p:spPr>
          <a:xfrm>
            <a:off x="4909816" y="7763933"/>
            <a:ext cx="2725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[0.48,4.2]</a:t>
            </a:r>
            <a:r>
              <a:rPr lang="zh-CN" altLang="en-US" dirty="0"/>
              <a:t> →</a:t>
            </a:r>
            <a:r>
              <a:rPr lang="en-US" altLang="zh-CN" dirty="0"/>
              <a:t>(0,1)</a:t>
            </a:r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B009F15A-7967-457F-9751-72AD5E0D6655}"/>
              </a:ext>
            </a:extLst>
          </p:cNvPr>
          <p:cNvSpPr txBox="1"/>
          <p:nvPr/>
        </p:nvSpPr>
        <p:spPr>
          <a:xfrm>
            <a:off x="12188664" y="7756953"/>
            <a:ext cx="718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1dim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BA0F9B15-6FA9-42F8-8D3B-2BFEF407C8E2}"/>
              </a:ext>
            </a:extLst>
          </p:cNvPr>
          <p:cNvSpPr txBox="1"/>
          <p:nvPr/>
        </p:nvSpPr>
        <p:spPr>
          <a:xfrm>
            <a:off x="12217994" y="8738663"/>
            <a:ext cx="974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</a:rPr>
              <a:t>840dim</a:t>
            </a:r>
            <a:endParaRPr lang="zh-CN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9342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2ECA72EE-ED21-4E40-9F70-861EEE824937}"/>
              </a:ext>
            </a:extLst>
          </p:cNvPr>
          <p:cNvSpPr txBox="1"/>
          <p:nvPr/>
        </p:nvSpPr>
        <p:spPr>
          <a:xfrm>
            <a:off x="193092" y="184713"/>
            <a:ext cx="821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Action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45785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1465</TotalTime>
  <Words>317</Words>
  <Application>Microsoft Office PowerPoint</Application>
  <PresentationFormat>宽屏</PresentationFormat>
  <Paragraphs>65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宏飞 万</dc:creator>
  <cp:lastModifiedBy>宏飞 万</cp:lastModifiedBy>
  <cp:revision>99</cp:revision>
  <dcterms:created xsi:type="dcterms:W3CDTF">2025-11-06T11:42:26Z</dcterms:created>
  <dcterms:modified xsi:type="dcterms:W3CDTF">2025-11-11T08:54:07Z</dcterms:modified>
</cp:coreProperties>
</file>