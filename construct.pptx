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8" r:id="rId3"/>
    <p:sldId id="259" r:id="rId4"/>
    <p:sldId id="261" r:id="rId5"/>
    <p:sldId id="262" r:id="rId6"/>
    <p:sldId id="256" r:id="rId7"/>
    <p:sldId id="25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2D2D"/>
    <a:srgbClr val="A64B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7" autoAdjust="0"/>
    <p:restoredTop sz="94660"/>
  </p:normalViewPr>
  <p:slideViewPr>
    <p:cSldViewPr snapToGrid="0">
      <p:cViewPr>
        <p:scale>
          <a:sx n="100" d="100"/>
          <a:sy n="100" d="100"/>
        </p:scale>
        <p:origin x="2512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D5AB-465E-4E70-8B4C-8410F2278A90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1C08-419E-435B-89FC-920B728238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54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91C08-419E-435B-89FC-920B728238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020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D92F6-187A-4EEE-8A2B-2E17F0D14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E34F54-779A-40BA-9211-1FF323B59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73CAB-1B15-421C-AAA1-3E71A0C4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617ED-C4FC-4109-B77E-CBB2929E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02E0C-BF40-4CB2-88E1-72ADCD88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26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EA166-0916-4920-8819-EF2B3849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5FD04E-EC77-4935-ADB7-91AD92EB9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A3A6F-9282-47E8-A0FD-B6044D33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D6529-2A0D-4EF6-9D0E-81A27EC7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0F509-A053-45AA-AA39-69B1FFAA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34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ACD2D-AF38-407D-B2A5-CCAB0CA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4EAF75-7CC3-4945-8943-5C0F7110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A5089-6182-4FA1-86F4-39C638AA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F2DD6-2205-4548-8B1F-907395FD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07841-9122-4682-B7C8-714AD79C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2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69665-EE8E-4159-8B6D-C599D414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13417-36E6-41D3-913C-CB5C10DC4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40D986-FC63-427E-A604-D36F99ABF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4419FA-D68E-48B6-9699-0DC0820C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5CF985-0944-4359-9BAD-75955F61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BA5EDF-0C3D-4C9E-961D-4905824C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89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220CF-CF38-46B5-9D67-A3BAC436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32EA2D-C4A9-40E7-9959-73B0F81C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0B6A8D-4A3E-4066-849E-E6EFE85F7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FB25BE-7920-467D-87C0-CD8DA4A5A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39E01-9B59-406A-9001-B3CA10421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543915-CDC1-4791-8346-8B51A852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F60F46-47E8-40C7-9F30-A2C992EA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B50AC1-6D32-4EF9-8304-58FD63D0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79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BAA18-DC6B-4970-9D11-CCD82363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BF14BA-7916-490B-AF14-D52206CD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0E31B-32E0-47CA-B6D1-854F3619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DDA6CD-4697-40B8-8FB5-052D107E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81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95CF87-9162-4F83-8214-3C7C614D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40C9FD-1511-428E-9159-6336EAF8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BBD44-A626-4500-AE57-14C8774F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5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A14BF-6FB5-48DA-9CDE-3ED673EB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B981AE-33ED-4886-8854-5AAD54F22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626A8D-AFF7-4E33-A668-DFD388919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99B345-62CF-42B5-A87E-050C257F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D399E4-D83C-4B53-A6DA-FB67438A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BBE632-DB49-4E37-A10B-FB9700FD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42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64BE6-944C-4422-85C7-A447CC36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C83037-B6C7-4080-B2BC-79DBC07FE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F68469-497B-47BB-9B4F-8B7FA618B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31AFD-5B4C-4EDB-8568-889E7E06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047EF-2574-4560-96C2-2616163E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69FCD-4D68-47C2-A326-D9E12169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5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DE4DA-865A-46CE-9045-A0B96389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4F086-1968-4453-8697-08DB3CA5C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F5554-B0CC-40BA-A873-A6F9ED6E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95141-9F8C-487C-AB1B-53F2A667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6A831-509B-4353-8BFF-E63A34F7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68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B9571A-3ED1-4E1C-BE28-8ED1E2DDD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37B8A9-FD0A-4069-A444-38CBA4930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5BFD0-7674-4877-B836-0FC7149E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025D50-6963-477A-B3A8-B483C804E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2250D-EA4E-4425-89EE-A512688A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53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903C08-8BED-4904-B6B5-2B164392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157689-88FA-4AD1-B20C-C8D65F580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0C4FF-1531-4C46-A382-F714899C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F80EA-AFE6-4570-883F-20D9B728F631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5341D-492F-450C-B5CD-72709DC9B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C5247-82BE-4C2E-8F1E-0BA1E62F7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0B32E-5CB5-4C76-BE4B-E7112B532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1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A81029-13B0-41D7-B7FE-913AE28C56A2}"/>
              </a:ext>
            </a:extLst>
          </p:cNvPr>
          <p:cNvSpPr txBox="1"/>
          <p:nvPr/>
        </p:nvSpPr>
        <p:spPr>
          <a:xfrm>
            <a:off x="0" y="0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map.json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F1E405-F668-4B97-B3D7-1A4BFFF87DA5}"/>
              </a:ext>
            </a:extLst>
          </p:cNvPr>
          <p:cNvSpPr/>
          <p:nvPr/>
        </p:nvSpPr>
        <p:spPr>
          <a:xfrm>
            <a:off x="1534394" y="847131"/>
            <a:ext cx="4543097" cy="320798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92C0A4-C6E8-4989-96C4-7153F4F332A2}"/>
              </a:ext>
            </a:extLst>
          </p:cNvPr>
          <p:cNvSpPr txBox="1"/>
          <p:nvPr/>
        </p:nvSpPr>
        <p:spPr>
          <a:xfrm>
            <a:off x="1534395" y="847131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quads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9026B9-B1B6-4833-8C67-E51822FD7167}"/>
              </a:ext>
            </a:extLst>
          </p:cNvPr>
          <p:cNvSpPr txBox="1"/>
          <p:nvPr/>
        </p:nvSpPr>
        <p:spPr>
          <a:xfrm>
            <a:off x="1928091" y="1192792"/>
            <a:ext cx="41494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poly_id	#</a:t>
            </a:r>
            <a:r>
              <a:rPr lang="zh-CN" altLang="en-US" dirty="0"/>
              <a:t>每个</a:t>
            </a:r>
            <a:r>
              <a:rPr lang="en-US" altLang="zh-CN" dirty="0"/>
              <a:t>poly</a:t>
            </a:r>
            <a:r>
              <a:rPr lang="zh-CN" altLang="en-US" dirty="0"/>
              <a:t>唯一标志</a:t>
            </a:r>
            <a:endParaRPr lang="en-US" altLang="zh-CN" dirty="0"/>
          </a:p>
          <a:p>
            <a:r>
              <a:rPr lang="en-US" altLang="zh-CN" dirty="0"/>
              <a:t>road_id	#</a:t>
            </a:r>
          </a:p>
          <a:p>
            <a:r>
              <a:rPr lang="en-US" altLang="zh-CN" dirty="0"/>
              <a:t>lane_id	#</a:t>
            </a:r>
          </a:p>
          <a:p>
            <a:r>
              <a:rPr lang="en-US" altLang="zh-CN" dirty="0"/>
              <a:t>center	#</a:t>
            </a:r>
            <a:r>
              <a:rPr lang="zh-CN" altLang="en-US" dirty="0"/>
              <a:t>中心坐标</a:t>
            </a:r>
            <a:endParaRPr lang="en-US" altLang="zh-CN" dirty="0"/>
          </a:p>
          <a:p>
            <a:r>
              <a:rPr lang="en-US" altLang="zh-CN" dirty="0"/>
              <a:t>vertices	#</a:t>
            </a:r>
            <a:r>
              <a:rPr lang="zh-CN" altLang="en-US" dirty="0"/>
              <a:t>四个角点</a:t>
            </a:r>
            <a:endParaRPr lang="en-US" altLang="zh-CN" dirty="0"/>
          </a:p>
          <a:p>
            <a:r>
              <a:rPr lang="en-US" altLang="zh-CN" dirty="0"/>
              <a:t>direction_angle</a:t>
            </a:r>
          </a:p>
          <a:p>
            <a:r>
              <a:rPr lang="en-US" altLang="zh-CN" dirty="0"/>
              <a:t>s	#</a:t>
            </a:r>
            <a:r>
              <a:rPr lang="zh-CN" altLang="en-US" dirty="0"/>
              <a:t>从本身</a:t>
            </a:r>
            <a:r>
              <a:rPr lang="en-US" altLang="zh-CN" dirty="0"/>
              <a:t>lane_id</a:t>
            </a:r>
            <a:r>
              <a:rPr lang="zh-CN" altLang="en-US" dirty="0"/>
              <a:t>的</a:t>
            </a:r>
            <a:r>
              <a:rPr lang="en-US" altLang="zh-CN" dirty="0"/>
              <a:t>start</a:t>
            </a:r>
            <a:r>
              <a:rPr lang="zh-CN" altLang="en-US" dirty="0"/>
              <a:t>的距离</a:t>
            </a:r>
            <a:endParaRPr lang="en-US" altLang="zh-CN" dirty="0"/>
          </a:p>
          <a:p>
            <a:r>
              <a:rPr lang="en-US" altLang="zh-CN" dirty="0"/>
              <a:t>curvature#</a:t>
            </a:r>
            <a:r>
              <a:rPr lang="zh-CN" altLang="en-US" dirty="0"/>
              <a:t>三点法计算，端部特殊处理</a:t>
            </a:r>
            <a:endParaRPr lang="en-US" altLang="zh-CN" dirty="0"/>
          </a:p>
          <a:p>
            <a:r>
              <a:rPr lang="en-US" altLang="zh-CN" dirty="0" err="1"/>
              <a:t>prev_w_lane_id</a:t>
            </a:r>
            <a:r>
              <a:rPr lang="en-US" altLang="zh-CN" dirty="0"/>
              <a:t> # </a:t>
            </a:r>
            <a:r>
              <a:rPr lang="zh-CN" altLang="en-US" dirty="0"/>
              <a:t>之前的所有</a:t>
            </a:r>
            <a:r>
              <a:rPr lang="en-US" altLang="zh-CN" dirty="0" err="1"/>
              <a:t>w_lane_id</a:t>
            </a:r>
            <a:endParaRPr lang="en-US" altLang="zh-CN" dirty="0"/>
          </a:p>
          <a:p>
            <a:r>
              <a:rPr lang="en-US" altLang="zh-CN" dirty="0" err="1"/>
              <a:t>next_w_lane_id</a:t>
            </a:r>
            <a:r>
              <a:rPr lang="en-US" altLang="zh-CN" dirty="0"/>
              <a:t> # </a:t>
            </a:r>
            <a:r>
              <a:rPr lang="zh-CN" altLang="en-US" dirty="0"/>
              <a:t>之后所有的</a:t>
            </a:r>
            <a:r>
              <a:rPr lang="en-US" altLang="zh-CN" dirty="0" err="1"/>
              <a:t>w_lane_id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D778E3-A78F-498C-80B1-493937F93071}"/>
              </a:ext>
            </a:extLst>
          </p:cNvPr>
          <p:cNvSpPr/>
          <p:nvPr/>
        </p:nvSpPr>
        <p:spPr>
          <a:xfrm>
            <a:off x="6284194" y="847131"/>
            <a:ext cx="4543097" cy="68957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8E150D-86BB-4FAE-85A7-5F8868B407A8}"/>
              </a:ext>
            </a:extLst>
          </p:cNvPr>
          <p:cNvSpPr txBox="1"/>
          <p:nvPr/>
        </p:nvSpPr>
        <p:spPr>
          <a:xfrm>
            <a:off x="6284193" y="823460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oob_points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BAEB24-8A73-4C99-A2C6-18CD4FB8D71D}"/>
              </a:ext>
            </a:extLst>
          </p:cNvPr>
          <p:cNvSpPr txBox="1"/>
          <p:nvPr/>
        </p:nvSpPr>
        <p:spPr>
          <a:xfrm>
            <a:off x="6677890" y="1165508"/>
            <a:ext cx="414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x,y,z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7F9D57-952C-40E0-9DB4-1F079EED83CC}"/>
              </a:ext>
            </a:extLst>
          </p:cNvPr>
          <p:cNvSpPr/>
          <p:nvPr/>
        </p:nvSpPr>
        <p:spPr>
          <a:xfrm>
            <a:off x="6233889" y="1722545"/>
            <a:ext cx="4543097" cy="231898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02A7A9-6150-41B6-BDE6-A39DA7120858}"/>
              </a:ext>
            </a:extLst>
          </p:cNvPr>
          <p:cNvSpPr txBox="1"/>
          <p:nvPr/>
        </p:nvSpPr>
        <p:spPr>
          <a:xfrm>
            <a:off x="6284194" y="1736131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w_lanes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35797E-B6C3-4309-9185-EBFA8209B1F4}"/>
              </a:ext>
            </a:extLst>
          </p:cNvPr>
          <p:cNvSpPr txBox="1"/>
          <p:nvPr/>
        </p:nvSpPr>
        <p:spPr>
          <a:xfrm>
            <a:off x="6677890" y="2304893"/>
            <a:ext cx="4149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w_lane_id</a:t>
            </a:r>
            <a:r>
              <a:rPr lang="en-US" altLang="zh-CN" dirty="0"/>
              <a:t>	#</a:t>
            </a:r>
            <a:r>
              <a:rPr lang="zh-CN" altLang="en-US" dirty="0"/>
              <a:t>唯一标志</a:t>
            </a:r>
            <a:endParaRPr lang="en-US" altLang="zh-CN" dirty="0"/>
          </a:p>
          <a:p>
            <a:r>
              <a:rPr lang="en-US" altLang="zh-CN" dirty="0"/>
              <a:t>road_id		#</a:t>
            </a:r>
          </a:p>
          <a:p>
            <a:r>
              <a:rPr lang="en-US" altLang="zh-CN" dirty="0"/>
              <a:t>lane_id		#</a:t>
            </a:r>
          </a:p>
          <a:p>
            <a:r>
              <a:rPr lang="en-US" altLang="zh-CN" dirty="0"/>
              <a:t>center		#</a:t>
            </a:r>
            <a:r>
              <a:rPr lang="zh-CN" altLang="en-US" dirty="0"/>
              <a:t>中心坐标</a:t>
            </a:r>
            <a:endParaRPr lang="en-US" altLang="zh-CN" dirty="0"/>
          </a:p>
          <a:p>
            <a:r>
              <a:rPr lang="en-US" altLang="zh-CN" dirty="0"/>
              <a:t>width		#</a:t>
            </a:r>
            <a:r>
              <a:rPr lang="zh-CN" altLang="en-US" dirty="0"/>
              <a:t>路宽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8BB71D-CF46-40D1-903D-8530F39E86DA}"/>
              </a:ext>
            </a:extLst>
          </p:cNvPr>
          <p:cNvSpPr/>
          <p:nvPr/>
        </p:nvSpPr>
        <p:spPr>
          <a:xfrm>
            <a:off x="1534394" y="4220867"/>
            <a:ext cx="9292896" cy="1878026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7DB14-E6E7-43A5-B6E3-D9587C5F286C}"/>
              </a:ext>
            </a:extLst>
          </p:cNvPr>
          <p:cNvSpPr txBox="1"/>
          <p:nvPr/>
        </p:nvSpPr>
        <p:spPr>
          <a:xfrm>
            <a:off x="1534393" y="4216109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geometry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991474-CA4D-4084-9A22-5CDB97293F8C}"/>
              </a:ext>
            </a:extLst>
          </p:cNvPr>
          <p:cNvSpPr txBox="1"/>
          <p:nvPr/>
        </p:nvSpPr>
        <p:spPr>
          <a:xfrm>
            <a:off x="1928090" y="4585441"/>
            <a:ext cx="4149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road_id	#</a:t>
            </a:r>
          </a:p>
          <a:p>
            <a:r>
              <a:rPr lang="en-US" altLang="zh-CN" dirty="0"/>
              <a:t>lane_id	#</a:t>
            </a:r>
          </a:p>
          <a:p>
            <a:r>
              <a:rPr lang="en-US" altLang="zh-CN" dirty="0" err="1"/>
              <a:t>start_poly_id</a:t>
            </a:r>
            <a:endParaRPr lang="en-US" altLang="zh-CN" dirty="0"/>
          </a:p>
          <a:p>
            <a:r>
              <a:rPr lang="en-US" altLang="zh-CN" dirty="0" err="1"/>
              <a:t>end_poly_id</a:t>
            </a:r>
            <a:endParaRPr lang="en-US" altLang="zh-CN" dirty="0"/>
          </a:p>
          <a:p>
            <a:r>
              <a:rPr lang="en-US" altLang="zh-CN" dirty="0"/>
              <a:t>layer	#</a:t>
            </a:r>
            <a:r>
              <a:rPr lang="zh-CN" altLang="en-US" dirty="0"/>
              <a:t>可以区分路类型、区分立交</a:t>
            </a:r>
            <a:endParaRPr lang="en-US" altLang="zh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942E49-D5A9-41A3-905A-5FBF7006D86E}"/>
              </a:ext>
            </a:extLst>
          </p:cNvPr>
          <p:cNvSpPr txBox="1"/>
          <p:nvPr/>
        </p:nvSpPr>
        <p:spPr>
          <a:xfrm>
            <a:off x="6471187" y="4579545"/>
            <a:ext cx="4149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start	#x,y,z</a:t>
            </a:r>
          </a:p>
          <a:p>
            <a:r>
              <a:rPr lang="en-US" altLang="zh-CN" dirty="0"/>
              <a:t>end	#x,y,z</a:t>
            </a:r>
          </a:p>
          <a:p>
            <a:r>
              <a:rPr lang="en-US" altLang="zh-CN" dirty="0"/>
              <a:t>length 	#lane</a:t>
            </a:r>
            <a:r>
              <a:rPr lang="zh-CN" altLang="en-US" dirty="0"/>
              <a:t>长度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615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FAEBC0-626B-4ECD-A85F-E848EA864ED8}"/>
              </a:ext>
            </a:extLst>
          </p:cNvPr>
          <p:cNvSpPr/>
          <p:nvPr/>
        </p:nvSpPr>
        <p:spPr>
          <a:xfrm>
            <a:off x="1841771" y="40640"/>
            <a:ext cx="2476500" cy="67564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A35F19-A81B-4EBC-A1BC-3F95897E8A7E}"/>
              </a:ext>
            </a:extLst>
          </p:cNvPr>
          <p:cNvSpPr txBox="1"/>
          <p:nvPr/>
        </p:nvSpPr>
        <p:spPr>
          <a:xfrm>
            <a:off x="28205" y="0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E208AF-F3B9-4103-9E9C-BA707E75D178}"/>
              </a:ext>
            </a:extLst>
          </p:cNvPr>
          <p:cNvSpPr/>
          <p:nvPr/>
        </p:nvSpPr>
        <p:spPr>
          <a:xfrm>
            <a:off x="2243562" y="900114"/>
            <a:ext cx="166370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spacial_hash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3FC096-07A3-4E1C-9837-59FBDD5FB5B7}"/>
              </a:ext>
            </a:extLst>
          </p:cNvPr>
          <p:cNvSpPr/>
          <p:nvPr/>
        </p:nvSpPr>
        <p:spPr>
          <a:xfrm>
            <a:off x="2528254" y="134044"/>
            <a:ext cx="1094322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roadnet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879487-BD92-4C0D-AB67-C90065D17A17}"/>
              </a:ext>
            </a:extLst>
          </p:cNvPr>
          <p:cNvSpPr/>
          <p:nvPr/>
        </p:nvSpPr>
        <p:spPr>
          <a:xfrm>
            <a:off x="2116034" y="166618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offroadchecker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D53907-1C02-4270-B0F2-FB2A2C686243}"/>
              </a:ext>
            </a:extLst>
          </p:cNvPr>
          <p:cNvSpPr/>
          <p:nvPr/>
        </p:nvSpPr>
        <p:spPr>
          <a:xfrm>
            <a:off x="2116033" y="243225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Collisioncheck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CCAB00-A325-4B30-A9F9-2E0B7CD20B8A}"/>
              </a:ext>
            </a:extLst>
          </p:cNvPr>
          <p:cNvSpPr/>
          <p:nvPr/>
        </p:nvSpPr>
        <p:spPr>
          <a:xfrm>
            <a:off x="2116032" y="319832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Worldinit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EFB008-1C9B-4CD5-9AD2-742DC6EDED1B}"/>
              </a:ext>
            </a:extLst>
          </p:cNvPr>
          <p:cNvSpPr/>
          <p:nvPr/>
        </p:nvSpPr>
        <p:spPr>
          <a:xfrm>
            <a:off x="2116031" y="396439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94735F-BA47-484B-919C-42FBCC4913D6}"/>
              </a:ext>
            </a:extLst>
          </p:cNvPr>
          <p:cNvSpPr/>
          <p:nvPr/>
        </p:nvSpPr>
        <p:spPr>
          <a:xfrm>
            <a:off x="2116031" y="473046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BBADBE-2190-41AF-8171-682D77BFF31B}"/>
              </a:ext>
            </a:extLst>
          </p:cNvPr>
          <p:cNvSpPr/>
          <p:nvPr/>
        </p:nvSpPr>
        <p:spPr>
          <a:xfrm>
            <a:off x="2116031" y="549653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D19D4B-AB94-4A3D-930D-EB3D68FBA74E}"/>
              </a:ext>
            </a:extLst>
          </p:cNvPr>
          <p:cNvSpPr/>
          <p:nvPr/>
        </p:nvSpPr>
        <p:spPr>
          <a:xfrm>
            <a:off x="2116031" y="6262604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Pathplanner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CE1AC0-B06C-4DB3-A678-E86857B64586}"/>
              </a:ext>
            </a:extLst>
          </p:cNvPr>
          <p:cNvSpPr/>
          <p:nvPr/>
        </p:nvSpPr>
        <p:spPr>
          <a:xfrm>
            <a:off x="4464858" y="152400"/>
            <a:ext cx="7511242" cy="77470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A322F8-FC4C-4984-A8B5-69C86CC788F0}"/>
              </a:ext>
            </a:extLst>
          </p:cNvPr>
          <p:cNvSpPr/>
          <p:nvPr/>
        </p:nvSpPr>
        <p:spPr>
          <a:xfrm>
            <a:off x="4673084" y="286443"/>
            <a:ext cx="88688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AE681-936A-4142-9EB4-615A6A1FB8AC}"/>
              </a:ext>
            </a:extLst>
          </p:cNvPr>
          <p:cNvSpPr/>
          <p:nvPr/>
        </p:nvSpPr>
        <p:spPr>
          <a:xfrm>
            <a:off x="7679161" y="1226623"/>
            <a:ext cx="137593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startquad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BD843E-6A0F-4DCF-842D-448C8335CB74}"/>
              </a:ext>
            </a:extLst>
          </p:cNvPr>
          <p:cNvSpPr/>
          <p:nvPr/>
        </p:nvSpPr>
        <p:spPr>
          <a:xfrm>
            <a:off x="10417106" y="1226622"/>
            <a:ext cx="137593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goal_quad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FECF27-A9CE-4E92-A473-C8430F6E246F}"/>
              </a:ext>
            </a:extLst>
          </p:cNvPr>
          <p:cNvSpPr/>
          <p:nvPr/>
        </p:nvSpPr>
        <p:spPr>
          <a:xfrm>
            <a:off x="5768198" y="254283"/>
            <a:ext cx="4435444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params(dynamics\style\reward\goal..)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D9CEDAE-CEA2-4E4F-90A2-DE8EF08ED530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9055100" y="1457455"/>
            <a:ext cx="13620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9876255-6D80-41A6-B153-B953606FDD19}"/>
              </a:ext>
            </a:extLst>
          </p:cNvPr>
          <p:cNvSpPr txBox="1"/>
          <p:nvPr/>
        </p:nvSpPr>
        <p:spPr>
          <a:xfrm>
            <a:off x="9015026" y="1048763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pathplanner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54C8B7-97C9-4756-9AF9-BBD14D76608C}"/>
              </a:ext>
            </a:extLst>
          </p:cNvPr>
          <p:cNvSpPr/>
          <p:nvPr/>
        </p:nvSpPr>
        <p:spPr>
          <a:xfrm>
            <a:off x="10350229" y="254283"/>
            <a:ext cx="150116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Done_mask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D9FE91-4CA6-4965-8DA5-D7B9FF0A9779}"/>
              </a:ext>
            </a:extLst>
          </p:cNvPr>
          <p:cNvSpPr/>
          <p:nvPr/>
        </p:nvSpPr>
        <p:spPr>
          <a:xfrm>
            <a:off x="5240076" y="1948449"/>
            <a:ext cx="6736023" cy="873569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34F8414-A53A-4EAB-B866-04E3ED209B0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706882" y="1418095"/>
            <a:ext cx="0" cy="530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C45C8FB-A28E-4322-8525-22673E40DA94}"/>
              </a:ext>
            </a:extLst>
          </p:cNvPr>
          <p:cNvSpPr/>
          <p:nvPr/>
        </p:nvSpPr>
        <p:spPr>
          <a:xfrm>
            <a:off x="5328257" y="2127441"/>
            <a:ext cx="2058524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Valid_mask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(path)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B354AD-AD56-4658-AADD-AD761EE0805F}"/>
              </a:ext>
            </a:extLst>
          </p:cNvPr>
          <p:cNvSpPr/>
          <p:nvPr/>
        </p:nvSpPr>
        <p:spPr>
          <a:xfrm>
            <a:off x="7533367" y="2127440"/>
            <a:ext cx="240410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Valid_mask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(w_lanes)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70047A-F2B1-4F1F-9EE5-326CFFE64819}"/>
              </a:ext>
            </a:extLst>
          </p:cNvPr>
          <p:cNvSpPr/>
          <p:nvPr/>
        </p:nvSpPr>
        <p:spPr>
          <a:xfrm>
            <a:off x="10053139" y="2122989"/>
            <a:ext cx="54848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Δs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CDAC51-B25D-4E3A-8C93-3FA95B31F167}"/>
              </a:ext>
            </a:extLst>
          </p:cNvPr>
          <p:cNvSpPr/>
          <p:nvPr/>
        </p:nvSpPr>
        <p:spPr>
          <a:xfrm>
            <a:off x="10727271" y="2129521"/>
            <a:ext cx="102937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trike="sngStrik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  <a:endParaRPr lang="zh-CN" altLang="en-US" b="1" strike="sngStrik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0CB9D72-0108-45A1-98B5-2A016EE6A109}"/>
              </a:ext>
            </a:extLst>
          </p:cNvPr>
          <p:cNvCxnSpPr>
            <a:stCxn id="18" idx="2"/>
          </p:cNvCxnSpPr>
          <p:nvPr/>
        </p:nvCxnSpPr>
        <p:spPr>
          <a:xfrm flipH="1">
            <a:off x="5089582" y="748108"/>
            <a:ext cx="26946" cy="367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A343249-3D4C-4E7D-94E4-268DFBBFB60E}"/>
              </a:ext>
            </a:extLst>
          </p:cNvPr>
          <p:cNvSpPr txBox="1"/>
          <p:nvPr/>
        </p:nvSpPr>
        <p:spPr>
          <a:xfrm rot="16200000">
            <a:off x="3252437" y="2438676"/>
            <a:ext cx="3276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Dynamics(</a:t>
            </a:r>
            <a:r>
              <a:rPr lang="en-US" altLang="zh-CN" sz="1200" b="1" dirty="0"/>
              <a:t>with</a:t>
            </a:r>
            <a:r>
              <a:rPr lang="en-US" altLang="zh-CN" sz="2000" b="1" dirty="0"/>
              <a:t> </a:t>
            </a:r>
            <a:r>
              <a:rPr lang="en-US" altLang="zh-CN" sz="1200" b="1" dirty="0"/>
              <a:t>~done_mask&amp;active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08BCF0-4A01-4072-9950-CDBB21991FEB}"/>
              </a:ext>
            </a:extLst>
          </p:cNvPr>
          <p:cNvSpPr/>
          <p:nvPr/>
        </p:nvSpPr>
        <p:spPr>
          <a:xfrm>
            <a:off x="4415085" y="4423387"/>
            <a:ext cx="137593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t+1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DF0639-3FD7-4C22-9032-65F45059D9A1}"/>
              </a:ext>
            </a:extLst>
          </p:cNvPr>
          <p:cNvSpPr/>
          <p:nvPr/>
        </p:nvSpPr>
        <p:spPr>
          <a:xfrm>
            <a:off x="5240076" y="3198324"/>
            <a:ext cx="97822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network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E30EB7C-5354-4F92-9A69-AF54B10B452A}"/>
              </a:ext>
            </a:extLst>
          </p:cNvPr>
          <p:cNvCxnSpPr>
            <a:stCxn id="40" idx="1"/>
          </p:cNvCxnSpPr>
          <p:nvPr/>
        </p:nvCxnSpPr>
        <p:spPr>
          <a:xfrm flipH="1">
            <a:off x="5089582" y="3655524"/>
            <a:ext cx="15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0DC2DD9-C2B4-4A60-B6F5-419A611F35D1}"/>
              </a:ext>
            </a:extLst>
          </p:cNvPr>
          <p:cNvCxnSpPr>
            <a:cxnSpLocks/>
            <a:endCxn id="40" idx="3"/>
          </p:cNvCxnSpPr>
          <p:nvPr/>
        </p:nvCxnSpPr>
        <p:spPr>
          <a:xfrm flipH="1">
            <a:off x="6218296" y="3655524"/>
            <a:ext cx="192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C13E9B39-A608-4211-BE6B-9844F0C3140E}"/>
              </a:ext>
            </a:extLst>
          </p:cNvPr>
          <p:cNvSpPr/>
          <p:nvPr/>
        </p:nvSpPr>
        <p:spPr>
          <a:xfrm>
            <a:off x="6495456" y="3198324"/>
            <a:ext cx="1714894" cy="914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hlinkClick r:id="rId3" action="ppaction://hlinksldjump"/>
              </a:rPr>
              <a:t>Feature_tensor</a:t>
            </a:r>
            <a:endParaRPr lang="zh-CN" altLang="en-US" b="1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0F8201F-A96A-4A62-B4EF-E92D62B9EEC2}"/>
              </a:ext>
            </a:extLst>
          </p:cNvPr>
          <p:cNvSpPr/>
          <p:nvPr/>
        </p:nvSpPr>
        <p:spPr>
          <a:xfrm>
            <a:off x="6070522" y="4423387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offroadchecker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FEA2A9B-A1A4-431C-8F51-90FF0B558E8D}"/>
              </a:ext>
            </a:extLst>
          </p:cNvPr>
          <p:cNvSpPr/>
          <p:nvPr/>
        </p:nvSpPr>
        <p:spPr>
          <a:xfrm>
            <a:off x="7980615" y="4423387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Collisioncheck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8FBB7BF-81A0-407C-A26D-46506E901FEF}"/>
              </a:ext>
            </a:extLst>
          </p:cNvPr>
          <p:cNvCxnSpPr>
            <a:cxnSpLocks/>
          </p:cNvCxnSpPr>
          <p:nvPr/>
        </p:nvCxnSpPr>
        <p:spPr>
          <a:xfrm flipH="1">
            <a:off x="8280935" y="3655524"/>
            <a:ext cx="333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号 52">
            <a:extLst>
              <a:ext uri="{FF2B5EF4-FFF2-40B4-BE49-F238E27FC236}">
                <a16:creationId xmlns:a16="http://schemas.microsoft.com/office/drawing/2014/main" id="{2FE012BA-5548-4BC0-B1E9-52E1F017E76E}"/>
              </a:ext>
            </a:extLst>
          </p:cNvPr>
          <p:cNvSpPr/>
          <p:nvPr/>
        </p:nvSpPr>
        <p:spPr>
          <a:xfrm rot="5400000">
            <a:off x="8497449" y="-328274"/>
            <a:ext cx="219450" cy="6709077"/>
          </a:xfrm>
          <a:prstGeom prst="rightBrace">
            <a:avLst>
              <a:gd name="adj1" fmla="val 351862"/>
              <a:gd name="adj2" fmla="val 2963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左大括号 53">
            <a:extLst>
              <a:ext uri="{FF2B5EF4-FFF2-40B4-BE49-F238E27FC236}">
                <a16:creationId xmlns:a16="http://schemas.microsoft.com/office/drawing/2014/main" id="{72894132-5039-455A-A574-E22BCF36B282}"/>
              </a:ext>
            </a:extLst>
          </p:cNvPr>
          <p:cNvSpPr/>
          <p:nvPr/>
        </p:nvSpPr>
        <p:spPr>
          <a:xfrm>
            <a:off x="8775316" y="3135989"/>
            <a:ext cx="306730" cy="1038077"/>
          </a:xfrm>
          <a:prstGeom prst="leftBrace">
            <a:avLst>
              <a:gd name="adj1" fmla="val 8460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6184F12-3F43-49D6-898C-86E428CEE16B}"/>
              </a:ext>
            </a:extLst>
          </p:cNvPr>
          <p:cNvSpPr/>
          <p:nvPr/>
        </p:nvSpPr>
        <p:spPr>
          <a:xfrm>
            <a:off x="9147562" y="3175020"/>
            <a:ext cx="2879337" cy="32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Observation(with others)</a:t>
            </a:r>
            <a:endParaRPr lang="zh-CN" altLang="en-US" b="1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7E66309-550F-4D60-88E6-05DFD1F0A7C6}"/>
              </a:ext>
            </a:extLst>
          </p:cNvPr>
          <p:cNvSpPr/>
          <p:nvPr/>
        </p:nvSpPr>
        <p:spPr>
          <a:xfrm>
            <a:off x="9147562" y="3752529"/>
            <a:ext cx="1351105" cy="320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conditions</a:t>
            </a:r>
            <a:endParaRPr lang="zh-CN" altLang="en-US" b="1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556BF7D-13ED-4796-AB28-3B96CAC6D1E9}"/>
              </a:ext>
            </a:extLst>
          </p:cNvPr>
          <p:cNvCxnSpPr>
            <a:cxnSpLocks/>
            <a:stCxn id="34" idx="2"/>
            <a:endCxn id="61" idx="0"/>
          </p:cNvCxnSpPr>
          <p:nvPr/>
        </p:nvCxnSpPr>
        <p:spPr>
          <a:xfrm>
            <a:off x="5103055" y="4885052"/>
            <a:ext cx="0" cy="41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2BE32AAF-0A3C-46E6-933E-E54B13B8F8E1}"/>
              </a:ext>
            </a:extLst>
          </p:cNvPr>
          <p:cNvSpPr/>
          <p:nvPr/>
        </p:nvSpPr>
        <p:spPr>
          <a:xfrm>
            <a:off x="4415085" y="5298510"/>
            <a:ext cx="137593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 t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B78932E-9D4A-4617-BC0C-FA8DCB7BCAB5}"/>
              </a:ext>
            </a:extLst>
          </p:cNvPr>
          <p:cNvCxnSpPr>
            <a:cxnSpLocks/>
          </p:cNvCxnSpPr>
          <p:nvPr/>
        </p:nvCxnSpPr>
        <p:spPr>
          <a:xfrm>
            <a:off x="7989281" y="4885052"/>
            <a:ext cx="0" cy="41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9D14B2C4-C9A2-475C-92C5-A11483F67659}"/>
              </a:ext>
            </a:extLst>
          </p:cNvPr>
          <p:cNvSpPr/>
          <p:nvPr/>
        </p:nvSpPr>
        <p:spPr>
          <a:xfrm>
            <a:off x="7029901" y="5289647"/>
            <a:ext cx="191875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Done_mask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3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7C982E-FC8A-4B8F-8F7C-40AC8F9C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7" y="87774"/>
            <a:ext cx="6428571" cy="6514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CFDEB9B-A5C5-46CB-AB16-CF85B0B3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638" y="42040"/>
            <a:ext cx="1619048" cy="180000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47BB7174-B6E1-4F96-BBD3-7AED60D03224}"/>
              </a:ext>
            </a:extLst>
          </p:cNvPr>
          <p:cNvSpPr/>
          <p:nvPr/>
        </p:nvSpPr>
        <p:spPr>
          <a:xfrm>
            <a:off x="6716110" y="2070538"/>
            <a:ext cx="180000" cy="180000"/>
          </a:xfrm>
          <a:prstGeom prst="ellipse">
            <a:avLst/>
          </a:prstGeom>
          <a:solidFill>
            <a:srgbClr val="A64B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88D1A-A461-40D8-A2E7-1790B2C07FA4}"/>
              </a:ext>
            </a:extLst>
          </p:cNvPr>
          <p:cNvSpPr txBox="1"/>
          <p:nvPr/>
        </p:nvSpPr>
        <p:spPr>
          <a:xfrm>
            <a:off x="6943139" y="197587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boundaries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1B4CDB4-1EC8-4EBD-A895-58AC6ABC082D}"/>
              </a:ext>
            </a:extLst>
          </p:cNvPr>
          <p:cNvSpPr/>
          <p:nvPr/>
        </p:nvSpPr>
        <p:spPr>
          <a:xfrm>
            <a:off x="6716110" y="2469923"/>
            <a:ext cx="180000" cy="180000"/>
          </a:xfrm>
          <a:prstGeom prst="ellipse">
            <a:avLst/>
          </a:prstGeom>
          <a:solidFill>
            <a:srgbClr val="E42D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745D39-7DA7-4A16-9250-872781B1EF4A}"/>
              </a:ext>
            </a:extLst>
          </p:cNvPr>
          <p:cNvSpPr txBox="1"/>
          <p:nvPr/>
        </p:nvSpPr>
        <p:spPr>
          <a:xfrm>
            <a:off x="6943139" y="23452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w_lanes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40E872-6073-4DCE-9FC8-2B1FBE5890B2}"/>
              </a:ext>
            </a:extLst>
          </p:cNvPr>
          <p:cNvSpPr/>
          <p:nvPr/>
        </p:nvSpPr>
        <p:spPr>
          <a:xfrm>
            <a:off x="6716110" y="2869308"/>
            <a:ext cx="5412059" cy="214665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A5ECFC-7ED0-470F-A18E-7F7BD305EAE3}"/>
              </a:ext>
            </a:extLst>
          </p:cNvPr>
          <p:cNvSpPr txBox="1"/>
          <p:nvPr/>
        </p:nvSpPr>
        <p:spPr>
          <a:xfrm>
            <a:off x="6716110" y="2869308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variables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D02899-9F57-4560-A9C2-15867D93A821}"/>
              </a:ext>
            </a:extLst>
          </p:cNvPr>
          <p:cNvSpPr txBox="1"/>
          <p:nvPr/>
        </p:nvSpPr>
        <p:spPr>
          <a:xfrm>
            <a:off x="6716110" y="3174027"/>
            <a:ext cx="541205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quad_vertices</a:t>
            </a:r>
            <a:r>
              <a:rPr lang="en-US" altLang="zh-CN" dirty="0"/>
              <a:t>\centers\centerlines\direction\curve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Left\right boundaries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w_lane\</a:t>
            </a:r>
            <a:r>
              <a:rPr lang="en-US" altLang="zh-CN" dirty="0" err="1"/>
              <a:t>w_boundary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Quad\lane\road\w_lane\</a:t>
            </a:r>
            <a:r>
              <a:rPr lang="en-US" altLang="zh-CN" dirty="0" err="1"/>
              <a:t>w_boundary</a:t>
            </a:r>
            <a:r>
              <a:rPr lang="en-US" altLang="zh-CN" dirty="0"/>
              <a:t> </a:t>
            </a:r>
            <a:r>
              <a:rPr lang="en-US" altLang="zh-CN" b="1" dirty="0" err="1"/>
              <a:t>idx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polyid</a:t>
            </a:r>
            <a:r>
              <a:rPr lang="zh-CN" altLang="en-US" dirty="0"/>
              <a:t>👉</a:t>
            </a:r>
            <a:r>
              <a:rPr lang="en-US" altLang="zh-CN" dirty="0"/>
              <a:t>center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885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09D71DE-B432-46C6-828E-8F399D791061}"/>
              </a:ext>
            </a:extLst>
          </p:cNvPr>
          <p:cNvSpPr txBox="1"/>
          <p:nvPr/>
        </p:nvSpPr>
        <p:spPr>
          <a:xfrm>
            <a:off x="0" y="0"/>
            <a:ext cx="1244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offroad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45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25AB873-2799-4BE5-8E6C-C5A6127988CE}"/>
              </a:ext>
            </a:extLst>
          </p:cNvPr>
          <p:cNvSpPr txBox="1"/>
          <p:nvPr/>
        </p:nvSpPr>
        <p:spPr>
          <a:xfrm>
            <a:off x="0" y="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39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4E300A-2A39-4CC7-9BE0-D55BC33AFB91}"/>
              </a:ext>
            </a:extLst>
          </p:cNvPr>
          <p:cNvSpPr txBox="1"/>
          <p:nvPr/>
        </p:nvSpPr>
        <p:spPr>
          <a:xfrm>
            <a:off x="259080" y="9652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Agent_states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D9A2C3-B341-4DE7-BC29-606F3B0FE48A}"/>
              </a:ext>
            </a:extLst>
          </p:cNvPr>
          <p:cNvSpPr txBox="1"/>
          <p:nvPr/>
        </p:nvSpPr>
        <p:spPr>
          <a:xfrm>
            <a:off x="1747520" y="96520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x,y,yaw,speed,w,l,active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68D269-5819-40E6-97D4-5EE165E7CDEF}"/>
              </a:ext>
            </a:extLst>
          </p:cNvPr>
          <p:cNvSpPr txBox="1"/>
          <p:nvPr/>
        </p:nvSpPr>
        <p:spPr>
          <a:xfrm>
            <a:off x="259080" y="665480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Other_agents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AB5A04-1104-4E66-B84D-3CBD5E7A70E7}"/>
              </a:ext>
            </a:extLst>
          </p:cNvPr>
          <p:cNvSpPr txBox="1"/>
          <p:nvPr/>
        </p:nvSpPr>
        <p:spPr>
          <a:xfrm>
            <a:off x="4909820" y="96520"/>
            <a:ext cx="725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0,0,cos(yaw),sin(yaw),speed(-2,20</a:t>
            </a:r>
            <a:r>
              <a:rPr lang="zh-CN" altLang="en-US" dirty="0"/>
              <a:t>→</a:t>
            </a:r>
            <a:r>
              <a:rPr lang="en-US" altLang="zh-CN" dirty="0"/>
              <a:t>-1,1),w(0.8,3)</a:t>
            </a:r>
            <a:r>
              <a:rPr lang="zh-CN" altLang="en-US" dirty="0"/>
              <a:t> →</a:t>
            </a:r>
            <a:r>
              <a:rPr lang="en-US" altLang="zh-CN" dirty="0"/>
              <a:t>0,1,l (0.8,7)</a:t>
            </a:r>
            <a:r>
              <a:rPr lang="zh-CN" altLang="en-US" dirty="0"/>
              <a:t> →</a:t>
            </a:r>
            <a:r>
              <a:rPr lang="en-US" altLang="zh-CN" dirty="0"/>
              <a:t>0,1 | 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676D12-4941-44F5-B7B9-6150D46F31F8}"/>
              </a:ext>
            </a:extLst>
          </p:cNvPr>
          <p:cNvSpPr txBox="1"/>
          <p:nvPr/>
        </p:nvSpPr>
        <p:spPr>
          <a:xfrm>
            <a:off x="1747520" y="665480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dx,dy,dvx,dvy,w,l,active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1FB6BE-5F59-4148-AE9F-38C322CA3556}"/>
              </a:ext>
            </a:extLst>
          </p:cNvPr>
          <p:cNvSpPr txBox="1"/>
          <p:nvPr/>
        </p:nvSpPr>
        <p:spPr>
          <a:xfrm>
            <a:off x="4909818" y="665480"/>
            <a:ext cx="721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dx(0,200</a:t>
            </a:r>
            <a:r>
              <a:rPr lang="zh-CN" altLang="en-US" dirty="0"/>
              <a:t>→</a:t>
            </a:r>
            <a:r>
              <a:rPr lang="en-US" altLang="zh-CN" dirty="0"/>
              <a:t>0,1),dy (0,200</a:t>
            </a:r>
            <a:r>
              <a:rPr lang="zh-CN" altLang="en-US" dirty="0"/>
              <a:t>→</a:t>
            </a:r>
            <a:r>
              <a:rPr lang="en-US" altLang="zh-CN" dirty="0"/>
              <a:t>0,1),speed(same), speed same),w,l,1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B7EFF7-B738-4F85-A06B-13D7757B9D64}"/>
              </a:ext>
            </a:extLst>
          </p:cNvPr>
          <p:cNvSpPr txBox="1"/>
          <p:nvPr/>
        </p:nvSpPr>
        <p:spPr>
          <a:xfrm>
            <a:off x="259080" y="189884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W_lane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21E84A-FC95-46EE-81F6-05D2CD3DA68B}"/>
              </a:ext>
            </a:extLst>
          </p:cNvPr>
          <p:cNvSpPr txBox="1"/>
          <p:nvPr/>
        </p:nvSpPr>
        <p:spPr>
          <a:xfrm>
            <a:off x="4909819" y="1034812"/>
            <a:ext cx="284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1,1,1,1,1,1,0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A57555-0182-45A8-A6B4-E5709A80A0B8}"/>
              </a:ext>
            </a:extLst>
          </p:cNvPr>
          <p:cNvSpPr txBox="1"/>
          <p:nvPr/>
        </p:nvSpPr>
        <p:spPr>
          <a:xfrm>
            <a:off x="12192000" y="9144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DAD76C-4679-4526-A614-4B755A195B8E}"/>
              </a:ext>
            </a:extLst>
          </p:cNvPr>
          <p:cNvSpPr txBox="1"/>
          <p:nvPr/>
        </p:nvSpPr>
        <p:spPr>
          <a:xfrm>
            <a:off x="12188664" y="680581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7x20dim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4BC7BF-1FE9-4991-8A69-E3C4BE00DC01}"/>
              </a:ext>
            </a:extLst>
          </p:cNvPr>
          <p:cNvSpPr txBox="1"/>
          <p:nvPr/>
        </p:nvSpPr>
        <p:spPr>
          <a:xfrm>
            <a:off x="1747520" y="1898842"/>
            <a:ext cx="208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dx,dy,Δs(</a:t>
            </a:r>
            <a:r>
              <a:rPr lang="zh-CN" altLang="en-US" dirty="0"/>
              <a:t>剩余路径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C6EC13-A858-4BAC-9B28-D6D7C9013B5F}"/>
              </a:ext>
            </a:extLst>
          </p:cNvPr>
          <p:cNvSpPr txBox="1"/>
          <p:nvPr/>
        </p:nvSpPr>
        <p:spPr>
          <a:xfrm>
            <a:off x="4266693" y="8382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AEA65C-E032-44DA-9386-AC55516AF589}"/>
              </a:ext>
            </a:extLst>
          </p:cNvPr>
          <p:cNvSpPr txBox="1"/>
          <p:nvPr/>
        </p:nvSpPr>
        <p:spPr>
          <a:xfrm>
            <a:off x="4266693" y="67296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AA1571-9682-471A-9F2B-1647EBDA4203}"/>
              </a:ext>
            </a:extLst>
          </p:cNvPr>
          <p:cNvSpPr txBox="1"/>
          <p:nvPr/>
        </p:nvSpPr>
        <p:spPr>
          <a:xfrm>
            <a:off x="4088759" y="106473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4DEFC3-EAFC-448B-90B2-3873D0AD7037}"/>
              </a:ext>
            </a:extLst>
          </p:cNvPr>
          <p:cNvSpPr txBox="1"/>
          <p:nvPr/>
        </p:nvSpPr>
        <p:spPr>
          <a:xfrm>
            <a:off x="4909818" y="1903923"/>
            <a:ext cx="588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dx(0,200</a:t>
            </a:r>
            <a:r>
              <a:rPr lang="zh-CN" altLang="en-US" dirty="0"/>
              <a:t>→</a:t>
            </a:r>
            <a:r>
              <a:rPr lang="en-US" altLang="zh-CN" dirty="0"/>
              <a:t>0,1),dy (0,200</a:t>
            </a:r>
            <a:r>
              <a:rPr lang="zh-CN" altLang="en-US" dirty="0"/>
              <a:t>→</a:t>
            </a:r>
            <a:r>
              <a:rPr lang="en-US" altLang="zh-CN" dirty="0"/>
              <a:t>0,1),Δs (0,&gt;200</a:t>
            </a:r>
            <a:r>
              <a:rPr lang="zh-CN" altLang="en-US" dirty="0"/>
              <a:t>→</a:t>
            </a:r>
            <a:r>
              <a:rPr lang="en-US" altLang="zh-CN" dirty="0"/>
              <a:t>0,1),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D91D78-2B44-488A-B271-B864D0E5C317}"/>
              </a:ext>
            </a:extLst>
          </p:cNvPr>
          <p:cNvSpPr txBox="1"/>
          <p:nvPr/>
        </p:nvSpPr>
        <p:spPr>
          <a:xfrm>
            <a:off x="4266693" y="189270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C15A90A-2459-4046-9031-7DD6B5893A47}"/>
              </a:ext>
            </a:extLst>
          </p:cNvPr>
          <p:cNvSpPr txBox="1"/>
          <p:nvPr/>
        </p:nvSpPr>
        <p:spPr>
          <a:xfrm>
            <a:off x="4088759" y="228447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8D24E6-1C4D-4905-BF00-3F8F67053238}"/>
              </a:ext>
            </a:extLst>
          </p:cNvPr>
          <p:cNvSpPr txBox="1"/>
          <p:nvPr/>
        </p:nvSpPr>
        <p:spPr>
          <a:xfrm>
            <a:off x="4909818" y="2270525"/>
            <a:ext cx="588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2A1D5C-B872-4C7F-93C2-2944909C4CE6}"/>
              </a:ext>
            </a:extLst>
          </p:cNvPr>
          <p:cNvSpPr txBox="1"/>
          <p:nvPr/>
        </p:nvSpPr>
        <p:spPr>
          <a:xfrm>
            <a:off x="12192000" y="1920561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3x80dim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E5464D-6FF8-409E-9BFD-C703EE59FABA}"/>
              </a:ext>
            </a:extLst>
          </p:cNvPr>
          <p:cNvSpPr txBox="1"/>
          <p:nvPr/>
        </p:nvSpPr>
        <p:spPr>
          <a:xfrm>
            <a:off x="263888" y="3126063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W_boundary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D218AA-4A8D-4E55-9DE1-2FFD7F48358D}"/>
              </a:ext>
            </a:extLst>
          </p:cNvPr>
          <p:cNvSpPr txBox="1"/>
          <p:nvPr/>
        </p:nvSpPr>
        <p:spPr>
          <a:xfrm>
            <a:off x="1751979" y="3126063"/>
            <a:ext cx="7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dx,dy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D83864-6ACF-4BB5-8D37-0D67F7904171}"/>
              </a:ext>
            </a:extLst>
          </p:cNvPr>
          <p:cNvSpPr txBox="1"/>
          <p:nvPr/>
        </p:nvSpPr>
        <p:spPr>
          <a:xfrm>
            <a:off x="4909818" y="3087505"/>
            <a:ext cx="344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dx(0,200</a:t>
            </a:r>
            <a:r>
              <a:rPr lang="zh-CN" altLang="en-US" dirty="0"/>
              <a:t>→</a:t>
            </a:r>
            <a:r>
              <a:rPr lang="en-US" altLang="zh-CN" dirty="0"/>
              <a:t>0,1),dy (0,200</a:t>
            </a:r>
            <a:r>
              <a:rPr lang="zh-CN" altLang="en-US" dirty="0"/>
              <a:t>→</a:t>
            </a:r>
            <a:r>
              <a:rPr lang="en-US" altLang="zh-CN" dirty="0"/>
              <a:t>0,1)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B984C8-78DF-4861-885B-04544887EEA2}"/>
              </a:ext>
            </a:extLst>
          </p:cNvPr>
          <p:cNvSpPr txBox="1"/>
          <p:nvPr/>
        </p:nvSpPr>
        <p:spPr>
          <a:xfrm>
            <a:off x="4266693" y="307628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3FBA317-1C1D-484E-B2DF-B6092E146420}"/>
              </a:ext>
            </a:extLst>
          </p:cNvPr>
          <p:cNvSpPr txBox="1"/>
          <p:nvPr/>
        </p:nvSpPr>
        <p:spPr>
          <a:xfrm>
            <a:off x="4088759" y="344015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DEB979-F60B-44A6-801C-DCF6B5567AFF}"/>
              </a:ext>
            </a:extLst>
          </p:cNvPr>
          <p:cNvSpPr txBox="1"/>
          <p:nvPr/>
        </p:nvSpPr>
        <p:spPr>
          <a:xfrm>
            <a:off x="4909818" y="3426205"/>
            <a:ext cx="312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86FFBB7-E57E-4561-9048-C489B6A40CB7}"/>
              </a:ext>
            </a:extLst>
          </p:cNvPr>
          <p:cNvSpPr txBox="1"/>
          <p:nvPr/>
        </p:nvSpPr>
        <p:spPr>
          <a:xfrm>
            <a:off x="932041" y="2262033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对于没有在</a:t>
            </a:r>
            <a:r>
              <a:rPr lang="en-US" altLang="zh-CN" dirty="0"/>
              <a:t>goal</a:t>
            </a:r>
            <a:r>
              <a:rPr lang="zh-CN" altLang="en-US" dirty="0"/>
              <a:t>上的</a:t>
            </a:r>
            <a:r>
              <a:rPr lang="en-US" altLang="zh-CN" dirty="0"/>
              <a:t>w_lane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2643F60-EE74-4060-A981-6B6B304499AC}"/>
              </a:ext>
            </a:extLst>
          </p:cNvPr>
          <p:cNvSpPr txBox="1"/>
          <p:nvPr/>
        </p:nvSpPr>
        <p:spPr>
          <a:xfrm>
            <a:off x="932040" y="2625224"/>
            <a:ext cx="290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全部填充</a:t>
            </a:r>
            <a:r>
              <a:rPr lang="en-US" altLang="zh-CN" dirty="0"/>
              <a:t>INF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8594424-49B8-4E46-AA9C-42294DA0B8BB}"/>
              </a:ext>
            </a:extLst>
          </p:cNvPr>
          <p:cNvSpPr txBox="1"/>
          <p:nvPr/>
        </p:nvSpPr>
        <p:spPr>
          <a:xfrm>
            <a:off x="263888" y="3870490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Stop_line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E82318C-6CCF-4916-AA9D-9976D49DB912}"/>
              </a:ext>
            </a:extLst>
          </p:cNvPr>
          <p:cNvSpPr txBox="1"/>
          <p:nvPr/>
        </p:nvSpPr>
        <p:spPr>
          <a:xfrm>
            <a:off x="1751978" y="3870490"/>
            <a:ext cx="129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dx,dy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92852F3-07DD-4766-A1C6-4AF9A039CED7}"/>
              </a:ext>
            </a:extLst>
          </p:cNvPr>
          <p:cNvSpPr txBox="1"/>
          <p:nvPr/>
        </p:nvSpPr>
        <p:spPr>
          <a:xfrm>
            <a:off x="4909818" y="3879312"/>
            <a:ext cx="344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dx(0,200</a:t>
            </a:r>
            <a:r>
              <a:rPr lang="zh-CN" altLang="en-US" dirty="0"/>
              <a:t>→</a:t>
            </a:r>
            <a:r>
              <a:rPr lang="en-US" altLang="zh-CN" dirty="0"/>
              <a:t>0,1),dy (0,200</a:t>
            </a:r>
            <a:r>
              <a:rPr lang="zh-CN" altLang="en-US" dirty="0"/>
              <a:t>→</a:t>
            </a:r>
            <a:r>
              <a:rPr lang="en-US" altLang="zh-CN" dirty="0"/>
              <a:t>0,1)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FC3072-1966-453F-A442-8BDFAA6CFC21}"/>
              </a:ext>
            </a:extLst>
          </p:cNvPr>
          <p:cNvSpPr txBox="1"/>
          <p:nvPr/>
        </p:nvSpPr>
        <p:spPr>
          <a:xfrm>
            <a:off x="4266693" y="386809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4ADD676-CC75-4DFA-8CCD-D82A9F9E2E11}"/>
              </a:ext>
            </a:extLst>
          </p:cNvPr>
          <p:cNvSpPr txBox="1"/>
          <p:nvPr/>
        </p:nvSpPr>
        <p:spPr>
          <a:xfrm>
            <a:off x="4088759" y="423196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294CDC-F591-4550-8E37-D215C373DDEB}"/>
              </a:ext>
            </a:extLst>
          </p:cNvPr>
          <p:cNvSpPr txBox="1"/>
          <p:nvPr/>
        </p:nvSpPr>
        <p:spPr>
          <a:xfrm>
            <a:off x="4909818" y="4218012"/>
            <a:ext cx="312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25CF32-A4CE-48CF-811B-C69A16AA2EE2}"/>
              </a:ext>
            </a:extLst>
          </p:cNvPr>
          <p:cNvSpPr txBox="1"/>
          <p:nvPr/>
        </p:nvSpPr>
        <p:spPr>
          <a:xfrm>
            <a:off x="12192000" y="3056873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2x80dim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79B3279-EF15-49E6-AE1B-CC1DC5534862}"/>
              </a:ext>
            </a:extLst>
          </p:cNvPr>
          <p:cNvSpPr txBox="1"/>
          <p:nvPr/>
        </p:nvSpPr>
        <p:spPr>
          <a:xfrm>
            <a:off x="12192000" y="3869651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2x10dim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9EB623E-ABBC-40C0-A7FD-0B7083ECCCE6}"/>
              </a:ext>
            </a:extLst>
          </p:cNvPr>
          <p:cNvSpPr txBox="1"/>
          <p:nvPr/>
        </p:nvSpPr>
        <p:spPr>
          <a:xfrm>
            <a:off x="508912" y="4931090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Goals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97DFBF1-BECA-4514-8886-DC00E9980F45}"/>
              </a:ext>
            </a:extLst>
          </p:cNvPr>
          <p:cNvSpPr txBox="1"/>
          <p:nvPr/>
        </p:nvSpPr>
        <p:spPr>
          <a:xfrm>
            <a:off x="1751978" y="4931090"/>
            <a:ext cx="129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dx,dy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9331745-1D65-43A1-AB90-6D77445BA8ED}"/>
              </a:ext>
            </a:extLst>
          </p:cNvPr>
          <p:cNvSpPr txBox="1"/>
          <p:nvPr/>
        </p:nvSpPr>
        <p:spPr>
          <a:xfrm>
            <a:off x="4909818" y="4965168"/>
            <a:ext cx="344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dx(0,200</a:t>
            </a:r>
            <a:r>
              <a:rPr lang="zh-CN" altLang="en-US" dirty="0"/>
              <a:t>→</a:t>
            </a:r>
            <a:r>
              <a:rPr lang="en-US" altLang="zh-CN" dirty="0"/>
              <a:t>0,1),dy (0,200</a:t>
            </a:r>
            <a:r>
              <a:rPr lang="zh-CN" altLang="en-US" dirty="0"/>
              <a:t>→</a:t>
            </a:r>
            <a:r>
              <a:rPr lang="en-US" altLang="zh-CN" dirty="0"/>
              <a:t>0,1)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4F11DF5-33CC-4056-A1F8-2AB4C1C4DA8A}"/>
              </a:ext>
            </a:extLst>
          </p:cNvPr>
          <p:cNvSpPr txBox="1"/>
          <p:nvPr/>
        </p:nvSpPr>
        <p:spPr>
          <a:xfrm>
            <a:off x="4266693" y="495394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467CE18-A1FC-4D94-9446-2D79CC319A90}"/>
              </a:ext>
            </a:extLst>
          </p:cNvPr>
          <p:cNvSpPr txBox="1"/>
          <p:nvPr/>
        </p:nvSpPr>
        <p:spPr>
          <a:xfrm>
            <a:off x="4088759" y="5317819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invalid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490FE40-11E5-43AA-A585-AED0F5DAC4B1}"/>
              </a:ext>
            </a:extLst>
          </p:cNvPr>
          <p:cNvSpPr txBox="1"/>
          <p:nvPr/>
        </p:nvSpPr>
        <p:spPr>
          <a:xfrm>
            <a:off x="4909818" y="5303868"/>
            <a:ext cx="312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352B2C8-5AA4-4B4C-B94B-CA12D54B7639}"/>
              </a:ext>
            </a:extLst>
          </p:cNvPr>
          <p:cNvSpPr txBox="1"/>
          <p:nvPr/>
        </p:nvSpPr>
        <p:spPr>
          <a:xfrm>
            <a:off x="12192000" y="4931090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128x2dim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D6A6FB8-50B0-40CE-BC2A-C67479B54F4B}"/>
              </a:ext>
            </a:extLst>
          </p:cNvPr>
          <p:cNvSpPr txBox="1"/>
          <p:nvPr/>
        </p:nvSpPr>
        <p:spPr>
          <a:xfrm>
            <a:off x="100382" y="5687151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Conditions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EB9CFAE-E923-4DB1-8005-EE40E29B07C2}"/>
              </a:ext>
            </a:extLst>
          </p:cNvPr>
          <p:cNvSpPr txBox="1"/>
          <p:nvPr/>
        </p:nvSpPr>
        <p:spPr>
          <a:xfrm>
            <a:off x="1757630" y="5702606"/>
            <a:ext cx="2457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current_road_curvature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F5B25E0-6FE7-4992-A6C8-B5FF9D8CC71A}"/>
              </a:ext>
            </a:extLst>
          </p:cNvPr>
          <p:cNvSpPr txBox="1"/>
          <p:nvPr/>
        </p:nvSpPr>
        <p:spPr>
          <a:xfrm>
            <a:off x="4909817" y="5702606"/>
            <a:ext cx="272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-0.077,0.077</a:t>
            </a:r>
            <a:r>
              <a:rPr lang="zh-CN" altLang="en-US" dirty="0"/>
              <a:t> →</a:t>
            </a:r>
            <a:r>
              <a:rPr lang="en-US" altLang="zh-CN" dirty="0"/>
              <a:t>(-1,1)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10F2C8C-B4B7-478F-AD80-61008C001042}"/>
              </a:ext>
            </a:extLst>
          </p:cNvPr>
          <p:cNvSpPr txBox="1"/>
          <p:nvPr/>
        </p:nvSpPr>
        <p:spPr>
          <a:xfrm>
            <a:off x="4266692" y="5710705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3A22451-9556-4D09-AD95-4A56CD3D6D52}"/>
              </a:ext>
            </a:extLst>
          </p:cNvPr>
          <p:cNvSpPr txBox="1"/>
          <p:nvPr/>
        </p:nvSpPr>
        <p:spPr>
          <a:xfrm>
            <a:off x="1757630" y="6080037"/>
            <a:ext cx="224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Dynamics_params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5BFD4B-CBA6-4E98-8103-4B7E0046ECE5}"/>
              </a:ext>
            </a:extLst>
          </p:cNvPr>
          <p:cNvSpPr txBox="1"/>
          <p:nvPr/>
        </p:nvSpPr>
        <p:spPr>
          <a:xfrm>
            <a:off x="4266691" y="610359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BFBECAB-39EA-40DB-9B28-F3C115D584E2}"/>
              </a:ext>
            </a:extLst>
          </p:cNvPr>
          <p:cNvSpPr txBox="1"/>
          <p:nvPr/>
        </p:nvSpPr>
        <p:spPr>
          <a:xfrm>
            <a:off x="12188664" y="573425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ADFED12-795B-4C48-BF58-974443246DD2}"/>
              </a:ext>
            </a:extLst>
          </p:cNvPr>
          <p:cNvSpPr txBox="1"/>
          <p:nvPr/>
        </p:nvSpPr>
        <p:spPr>
          <a:xfrm>
            <a:off x="12188664" y="608003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4dim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ECBA376-6738-4E29-873B-C8FC0B47ACD5}"/>
              </a:ext>
            </a:extLst>
          </p:cNvPr>
          <p:cNvSpPr txBox="1"/>
          <p:nvPr/>
        </p:nvSpPr>
        <p:spPr>
          <a:xfrm>
            <a:off x="4909816" y="6107710"/>
            <a:ext cx="3121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Cthrottle 范围: [0.90</a:t>
            </a:r>
            <a:r>
              <a:rPr lang="en-US" altLang="zh-CN" dirty="0"/>
              <a:t>0</a:t>
            </a:r>
            <a:r>
              <a:rPr lang="zh-CN" altLang="en-US" dirty="0"/>
              <a:t>, 1.12</a:t>
            </a:r>
            <a:r>
              <a:rPr lang="en-US" altLang="zh-CN" dirty="0"/>
              <a:t>5</a:t>
            </a:r>
            <a:r>
              <a:rPr lang="zh-CN" altLang="en-US" dirty="0"/>
              <a:t>]</a:t>
            </a:r>
          </a:p>
          <a:p>
            <a:r>
              <a:rPr lang="zh-CN" altLang="en-US" dirty="0"/>
              <a:t> Csteer 范围: [0.90</a:t>
            </a:r>
            <a:r>
              <a:rPr lang="en-US" altLang="zh-CN" dirty="0"/>
              <a:t>0</a:t>
            </a:r>
            <a:r>
              <a:rPr lang="zh-CN" altLang="en-US" dirty="0"/>
              <a:t>, 1.12</a:t>
            </a:r>
            <a:r>
              <a:rPr lang="en-US" altLang="zh-CN" dirty="0"/>
              <a:t>5</a:t>
            </a:r>
            <a:r>
              <a:rPr lang="zh-CN" altLang="en-US" dirty="0"/>
              <a:t>]</a:t>
            </a:r>
          </a:p>
          <a:p>
            <a:r>
              <a:rPr lang="zh-CN" altLang="en-US" dirty="0"/>
              <a:t> Cacc 范围: [0.833, 1.2</a:t>
            </a:r>
            <a:r>
              <a:rPr lang="en-US" altLang="zh-CN" dirty="0"/>
              <a:t>5</a:t>
            </a:r>
            <a:r>
              <a:rPr lang="zh-CN" altLang="en-US" dirty="0"/>
              <a:t>]</a:t>
            </a:r>
          </a:p>
          <a:p>
            <a:r>
              <a:rPr lang="zh-CN" altLang="en-US" dirty="0"/>
              <a:t> Cvel 范围: [0.83</a:t>
            </a:r>
            <a:r>
              <a:rPr lang="en-US" altLang="zh-CN" dirty="0"/>
              <a:t>3</a:t>
            </a:r>
            <a:r>
              <a:rPr lang="zh-CN" altLang="en-US" dirty="0"/>
              <a:t>, 1.2</a:t>
            </a:r>
            <a:r>
              <a:rPr lang="en-US" altLang="zh-CN" dirty="0"/>
              <a:t>5</a:t>
            </a:r>
            <a:r>
              <a:rPr lang="zh-CN" altLang="en-US" dirty="0"/>
              <a:t>]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1BDC649-EFB5-4FBC-AA96-31EC08F2BF22}"/>
              </a:ext>
            </a:extLst>
          </p:cNvPr>
          <p:cNvSpPr txBox="1"/>
          <p:nvPr/>
        </p:nvSpPr>
        <p:spPr>
          <a:xfrm>
            <a:off x="7921625" y="6168096"/>
            <a:ext cx="105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→</a:t>
            </a:r>
            <a:r>
              <a:rPr lang="en-US" altLang="zh-CN" dirty="0"/>
              <a:t>(0,1)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DC273E7-257E-4374-AA6A-9FA7BBFEA1F9}"/>
              </a:ext>
            </a:extLst>
          </p:cNvPr>
          <p:cNvSpPr txBox="1"/>
          <p:nvPr/>
        </p:nvSpPr>
        <p:spPr>
          <a:xfrm>
            <a:off x="1774238" y="7259967"/>
            <a:ext cx="224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Reward_params</a:t>
            </a:r>
            <a:endParaRPr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244A8C2-006D-41D3-ACA5-4F9A556E31E2}"/>
              </a:ext>
            </a:extLst>
          </p:cNvPr>
          <p:cNvSpPr txBox="1"/>
          <p:nvPr/>
        </p:nvSpPr>
        <p:spPr>
          <a:xfrm>
            <a:off x="4266691" y="725996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valid</a:t>
            </a:r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A6649F-44A4-4D40-926C-B41C7254BFD9}"/>
              </a:ext>
            </a:extLst>
          </p:cNvPr>
          <p:cNvSpPr txBox="1"/>
          <p:nvPr/>
        </p:nvSpPr>
        <p:spPr>
          <a:xfrm>
            <a:off x="4909816" y="7264387"/>
            <a:ext cx="3121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项目分别归一化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4FB55DC-B302-41F8-AE26-91061322FE67}"/>
              </a:ext>
            </a:extLst>
          </p:cNvPr>
          <p:cNvSpPr txBox="1"/>
          <p:nvPr/>
        </p:nvSpPr>
        <p:spPr>
          <a:xfrm>
            <a:off x="12217994" y="7307382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FEB45226-6740-4ACC-946B-0CCB8EBBC311}"/>
              </a:ext>
            </a:extLst>
          </p:cNvPr>
          <p:cNvSpPr txBox="1"/>
          <p:nvPr/>
        </p:nvSpPr>
        <p:spPr>
          <a:xfrm>
            <a:off x="1774238" y="7763933"/>
            <a:ext cx="224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Wheel_base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5A45029-4495-4167-80DF-7E258C0D3B51}"/>
              </a:ext>
            </a:extLst>
          </p:cNvPr>
          <p:cNvSpPr txBox="1"/>
          <p:nvPr/>
        </p:nvSpPr>
        <p:spPr>
          <a:xfrm>
            <a:off x="4909816" y="7763933"/>
            <a:ext cx="272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[0.48,4.2]</a:t>
            </a:r>
            <a:r>
              <a:rPr lang="zh-CN" altLang="en-US" dirty="0"/>
              <a:t> →</a:t>
            </a:r>
            <a:r>
              <a:rPr lang="en-US" altLang="zh-CN" dirty="0"/>
              <a:t>(0,1)</a:t>
            </a:r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009F15A-7967-457F-9751-72AD5E0D6655}"/>
              </a:ext>
            </a:extLst>
          </p:cNvPr>
          <p:cNvSpPr txBox="1"/>
          <p:nvPr/>
        </p:nvSpPr>
        <p:spPr>
          <a:xfrm>
            <a:off x="12188664" y="775695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A0F9B15-6FA9-42F8-8D3B-2BFEF407C8E2}"/>
              </a:ext>
            </a:extLst>
          </p:cNvPr>
          <p:cNvSpPr txBox="1"/>
          <p:nvPr/>
        </p:nvSpPr>
        <p:spPr>
          <a:xfrm>
            <a:off x="12217994" y="8738663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840dim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491825-50D9-41EE-B40D-3482D1E2A940}"/>
              </a:ext>
            </a:extLst>
          </p:cNvPr>
          <p:cNvSpPr txBox="1"/>
          <p:nvPr/>
        </p:nvSpPr>
        <p:spPr>
          <a:xfrm>
            <a:off x="-32216" y="-452124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34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ECA72EE-ED21-4E40-9F70-861EEE824937}"/>
              </a:ext>
            </a:extLst>
          </p:cNvPr>
          <p:cNvSpPr txBox="1"/>
          <p:nvPr/>
        </p:nvSpPr>
        <p:spPr>
          <a:xfrm>
            <a:off x="193092" y="18471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78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8018</TotalTime>
  <Words>631</Words>
  <Application>Microsoft Office PowerPoint</Application>
  <PresentationFormat>宽屏</PresentationFormat>
  <Paragraphs>137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宏飞 万</dc:creator>
  <cp:lastModifiedBy>宏飞 万</cp:lastModifiedBy>
  <cp:revision>209</cp:revision>
  <dcterms:created xsi:type="dcterms:W3CDTF">2025-11-06T11:42:26Z</dcterms:created>
  <dcterms:modified xsi:type="dcterms:W3CDTF">2025-12-26T04:51:15Z</dcterms:modified>
</cp:coreProperties>
</file>