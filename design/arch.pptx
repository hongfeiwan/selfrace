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0" r:id="rId4"/>
    <p:sldId id="268" r:id="rId5"/>
    <p:sldId id="260" r:id="rId6"/>
    <p:sldId id="259" r:id="rId7"/>
    <p:sldId id="269" r:id="rId8"/>
    <p:sldId id="276" r:id="rId9"/>
    <p:sldId id="258" r:id="rId10"/>
    <p:sldId id="277" r:id="rId11"/>
    <p:sldId id="274" r:id="rId12"/>
    <p:sldId id="265" r:id="rId13"/>
    <p:sldId id="271" r:id="rId14"/>
    <p:sldId id="272" r:id="rId15"/>
    <p:sldId id="280" r:id="rId16"/>
    <p:sldId id="281" r:id="rId17"/>
    <p:sldId id="282" r:id="rId18"/>
    <p:sldId id="283" r:id="rId19"/>
    <p:sldId id="284" r:id="rId20"/>
    <p:sldId id="266" r:id="rId21"/>
    <p:sldId id="261" r:id="rId22"/>
    <p:sldId id="262" r:id="rId23"/>
    <p:sldId id="263" r:id="rId24"/>
    <p:sldId id="273" r:id="rId25"/>
    <p:sldId id="275" r:id="rId26"/>
    <p:sldId id="278" r:id="rId27"/>
    <p:sldId id="279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80C"/>
    <a:srgbClr val="FF0000"/>
    <a:srgbClr val="FF4EF9"/>
    <a:srgbClr val="8BCFEC"/>
    <a:srgbClr val="D3D7D3"/>
    <a:srgbClr val="F7CFC7"/>
    <a:srgbClr val="0000FF"/>
    <a:srgbClr val="00BFBF"/>
    <a:srgbClr val="870087"/>
    <a:srgbClr val="FF8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8" autoAdjust="0"/>
    <p:restoredTop sz="94411" autoAdjust="0"/>
  </p:normalViewPr>
  <p:slideViewPr>
    <p:cSldViewPr snapToGrid="0">
      <p:cViewPr varScale="1">
        <p:scale>
          <a:sx n="152" d="100"/>
          <a:sy n="152" d="100"/>
        </p:scale>
        <p:origin x="87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image" Target="../media/image15.wmf"/><Relationship Id="rId4" Type="http://schemas.openxmlformats.org/officeDocument/2006/relationships/image" Target="../media/image18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3" Type="http://schemas.openxmlformats.org/officeDocument/2006/relationships/image" Target="../media/image22.wmf"/><Relationship Id="rId7" Type="http://schemas.openxmlformats.org/officeDocument/2006/relationships/image" Target="../media/image26.emf"/><Relationship Id="rId12" Type="http://schemas.openxmlformats.org/officeDocument/2006/relationships/image" Target="../media/image31.wmf"/><Relationship Id="rId2" Type="http://schemas.openxmlformats.org/officeDocument/2006/relationships/image" Target="../media/image21.wmf"/><Relationship Id="rId1" Type="http://schemas.openxmlformats.org/officeDocument/2006/relationships/image" Target="../media/image20.wmf"/><Relationship Id="rId6" Type="http://schemas.openxmlformats.org/officeDocument/2006/relationships/image" Target="../media/image25.wmf"/><Relationship Id="rId11" Type="http://schemas.openxmlformats.org/officeDocument/2006/relationships/image" Target="../media/image30.wmf"/><Relationship Id="rId5" Type="http://schemas.openxmlformats.org/officeDocument/2006/relationships/image" Target="../media/image24.wmf"/><Relationship Id="rId10" Type="http://schemas.openxmlformats.org/officeDocument/2006/relationships/image" Target="../media/image29.wmf"/><Relationship Id="rId4" Type="http://schemas.openxmlformats.org/officeDocument/2006/relationships/image" Target="../media/image23.wmf"/><Relationship Id="rId9" Type="http://schemas.openxmlformats.org/officeDocument/2006/relationships/image" Target="../media/image2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wmf"/><Relationship Id="rId13" Type="http://schemas.openxmlformats.org/officeDocument/2006/relationships/image" Target="../media/image18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2.bin"/><Relationship Id="rId12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5.wmf"/><Relationship Id="rId11" Type="http://schemas.openxmlformats.org/officeDocument/2006/relationships/image" Target="../media/image17.wmf"/><Relationship Id="rId5" Type="http://schemas.openxmlformats.org/officeDocument/2006/relationships/oleObject" Target="../embeddings/oleObject1.bin"/><Relationship Id="rId10" Type="http://schemas.openxmlformats.org/officeDocument/2006/relationships/oleObject" Target="../embeddings/oleObject3.bin"/><Relationship Id="rId4" Type="http://schemas.openxmlformats.org/officeDocument/2006/relationships/image" Target="../media/image19.png"/><Relationship Id="rId9" Type="http://schemas.openxmlformats.org/officeDocument/2006/relationships/image" Target="../media/image19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13" Type="http://schemas.openxmlformats.org/officeDocument/2006/relationships/image" Target="../media/image24.wmf"/><Relationship Id="rId18" Type="http://schemas.openxmlformats.org/officeDocument/2006/relationships/oleObject" Target="../embeddings/oleObject12.bin"/><Relationship Id="rId26" Type="http://schemas.openxmlformats.org/officeDocument/2006/relationships/oleObject" Target="../embeddings/oleObject16.bin"/><Relationship Id="rId3" Type="http://schemas.openxmlformats.org/officeDocument/2006/relationships/oleObject" Target="../embeddings/oleObject5.bin"/><Relationship Id="rId21" Type="http://schemas.openxmlformats.org/officeDocument/2006/relationships/image" Target="../media/image28.wmf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26.emf"/><Relationship Id="rId25" Type="http://schemas.openxmlformats.org/officeDocument/2006/relationships/image" Target="../media/image30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1.bin"/><Relationship Id="rId20" Type="http://schemas.openxmlformats.org/officeDocument/2006/relationships/oleObject" Target="../embeddings/oleObject13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21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5.bin"/><Relationship Id="rId5" Type="http://schemas.openxmlformats.org/officeDocument/2006/relationships/oleObject" Target="../embeddings/oleObject6.bin"/><Relationship Id="rId15" Type="http://schemas.openxmlformats.org/officeDocument/2006/relationships/image" Target="../media/image25.wmf"/><Relationship Id="rId23" Type="http://schemas.openxmlformats.org/officeDocument/2006/relationships/image" Target="../media/image29.wmf"/><Relationship Id="rId10" Type="http://schemas.openxmlformats.org/officeDocument/2006/relationships/image" Target="../media/image23.wmf"/><Relationship Id="rId19" Type="http://schemas.openxmlformats.org/officeDocument/2006/relationships/image" Target="../media/image27.wmf"/><Relationship Id="rId4" Type="http://schemas.openxmlformats.org/officeDocument/2006/relationships/image" Target="../media/image20.wmf"/><Relationship Id="rId9" Type="http://schemas.openxmlformats.org/officeDocument/2006/relationships/oleObject" Target="../embeddings/oleObject8.bin"/><Relationship Id="rId14" Type="http://schemas.openxmlformats.org/officeDocument/2006/relationships/oleObject" Target="../embeddings/oleObject10.bin"/><Relationship Id="rId22" Type="http://schemas.openxmlformats.org/officeDocument/2006/relationships/oleObject" Target="../embeddings/oleObject14.bin"/><Relationship Id="rId27" Type="http://schemas.openxmlformats.org/officeDocument/2006/relationships/image" Target="../media/image31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gif"/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505065" y="3236549"/>
            <a:ext cx="1848544" cy="1518204"/>
            <a:chOff x="8298005" y="2027523"/>
            <a:chExt cx="1848544" cy="151820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713417" y="2027523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P0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713417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P3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1488EA0-7CF7-46D0-AA4B-8F1D6DD54A51}"/>
              </a:ext>
            </a:extLst>
          </p:cNvPr>
          <p:cNvSpPr txBox="1"/>
          <p:nvPr/>
        </p:nvSpPr>
        <p:spPr>
          <a:xfrm>
            <a:off x="9926094" y="2880746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vertices[2]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F5D485-FDE3-4E34-B4D7-67FB8F220499}"/>
              </a:ext>
            </a:extLst>
          </p:cNvPr>
          <p:cNvSpPr txBox="1"/>
          <p:nvPr/>
        </p:nvSpPr>
        <p:spPr>
          <a:xfrm>
            <a:off x="7949606" y="2874919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vertices[1]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FA2246-A8AE-4E61-BAF9-68E3376C5A02}"/>
              </a:ext>
            </a:extLst>
          </p:cNvPr>
          <p:cNvSpPr txBox="1"/>
          <p:nvPr/>
        </p:nvSpPr>
        <p:spPr>
          <a:xfrm>
            <a:off x="7949606" y="4672550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vertices[0]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34783A-9FCE-423F-A0A1-7CE6DB0A6121}"/>
              </a:ext>
            </a:extLst>
          </p:cNvPr>
          <p:cNvSpPr txBox="1"/>
          <p:nvPr/>
        </p:nvSpPr>
        <p:spPr>
          <a:xfrm>
            <a:off x="9920477" y="4719087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vertices[3]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336FBF-0F85-4FAB-925B-DEA4835FB712}"/>
              </a:ext>
            </a:extLst>
          </p:cNvPr>
          <p:cNvSpPr txBox="1"/>
          <p:nvPr/>
        </p:nvSpPr>
        <p:spPr>
          <a:xfrm>
            <a:off x="10264173" y="3844952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Extract vertices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16372977-B253-4D38-B20D-6CF72CC3C803}"/>
              </a:ext>
            </a:extLst>
          </p:cNvPr>
          <p:cNvGrpSpPr/>
          <p:nvPr/>
        </p:nvGrpSpPr>
        <p:grpSpPr>
          <a:xfrm rot="19748169">
            <a:off x="4925407" y="2166153"/>
            <a:ext cx="4959248" cy="2525694"/>
            <a:chOff x="4471989" y="2516206"/>
            <a:chExt cx="4959248" cy="25256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EA64AA7-3116-4AA4-8010-0497218C8648}"/>
                </a:ext>
              </a:extLst>
            </p:cNvPr>
            <p:cNvSpPr/>
            <p:nvPr/>
          </p:nvSpPr>
          <p:spPr>
            <a:xfrm>
              <a:off x="4471989" y="2516206"/>
              <a:ext cx="1581153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C77ECEC5-C2CE-435C-A9AD-AB42FBA7B35C}"/>
                </a:ext>
              </a:extLst>
            </p:cNvPr>
            <p:cNvSpPr/>
            <p:nvPr/>
          </p:nvSpPr>
          <p:spPr>
            <a:xfrm rot="16200000" flipV="1">
              <a:off x="5151707" y="2961216"/>
              <a:ext cx="1800000" cy="1824376"/>
            </a:xfrm>
            <a:prstGeom prst="arc">
              <a:avLst>
                <a:gd name="adj1" fmla="val 16386859"/>
                <a:gd name="adj2" fmla="val 0"/>
              </a:avLst>
            </a:prstGeom>
            <a:ln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F6A94400-A9AB-4AF3-92D2-DDAC8EA38058}"/>
                </a:ext>
              </a:extLst>
            </p:cNvPr>
            <p:cNvCxnSpPr>
              <a:cxnSpLocks/>
            </p:cNvCxnSpPr>
            <p:nvPr/>
          </p:nvCxnSpPr>
          <p:spPr>
            <a:xfrm>
              <a:off x="5262565" y="2973403"/>
              <a:ext cx="170133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D5BDC302-6618-41F7-858B-BFEA779401C9}"/>
                </a:ext>
              </a:extLst>
            </p:cNvPr>
            <p:cNvCxnSpPr>
              <a:cxnSpLocks/>
            </p:cNvCxnSpPr>
            <p:nvPr/>
          </p:nvCxnSpPr>
          <p:spPr>
            <a:xfrm>
              <a:off x="5262565" y="2973404"/>
              <a:ext cx="0" cy="8766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65D5DA66-FEC8-4510-8049-4614C04B9DE1}"/>
                </a:ext>
              </a:extLst>
            </p:cNvPr>
            <p:cNvSpPr txBox="1"/>
            <p:nvPr/>
          </p:nvSpPr>
          <p:spPr>
            <a:xfrm>
              <a:off x="6963895" y="2788736"/>
              <a:ext cx="23071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C8587D4E-97FC-45D6-A7D7-A0BDF2FB5BA3}"/>
                </a:ext>
              </a:extLst>
            </p:cNvPr>
            <p:cNvSpPr txBox="1"/>
            <p:nvPr/>
          </p:nvSpPr>
          <p:spPr>
            <a:xfrm rot="5400000">
              <a:off x="4666652" y="4261321"/>
              <a:ext cx="11918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64CDA9E-3B4A-4B46-9267-1AD5B1143B17}"/>
                </a:ext>
              </a:extLst>
            </p:cNvPr>
            <p:cNvSpPr txBox="1"/>
            <p:nvPr/>
          </p:nvSpPr>
          <p:spPr>
            <a:xfrm>
              <a:off x="6963895" y="3480742"/>
              <a:ext cx="2467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Steering_angle(Positive)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22A8F0BB-96C6-4845-A56C-476FC0745221}"/>
              </a:ext>
            </a:extLst>
          </p:cNvPr>
          <p:cNvCxnSpPr/>
          <p:nvPr/>
        </p:nvCxnSpPr>
        <p:spPr>
          <a:xfrm flipV="1">
            <a:off x="5541872" y="1193800"/>
            <a:ext cx="0" cy="24101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2DB250B-D9BC-4CE2-9212-51D002BC4935}"/>
              </a:ext>
            </a:extLst>
          </p:cNvPr>
          <p:cNvCxnSpPr>
            <a:cxnSpLocks/>
          </p:cNvCxnSpPr>
          <p:nvPr/>
        </p:nvCxnSpPr>
        <p:spPr>
          <a:xfrm>
            <a:off x="5541872" y="3594945"/>
            <a:ext cx="3818028" cy="5128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弧形 37">
            <a:extLst>
              <a:ext uri="{FF2B5EF4-FFF2-40B4-BE49-F238E27FC236}">
                <a16:creationId xmlns:a16="http://schemas.microsoft.com/office/drawing/2014/main" id="{93D699D5-F031-4C8E-91C3-C2142EF66C95}"/>
              </a:ext>
            </a:extLst>
          </p:cNvPr>
          <p:cNvSpPr/>
          <p:nvPr/>
        </p:nvSpPr>
        <p:spPr>
          <a:xfrm rot="19738885" flipV="1">
            <a:off x="4943676" y="2516812"/>
            <a:ext cx="1800000" cy="1824376"/>
          </a:xfrm>
          <a:prstGeom prst="arc">
            <a:avLst>
              <a:gd name="adj1" fmla="val 19096673"/>
              <a:gd name="adj2" fmla="val 0"/>
            </a:avLst>
          </a:prstGeom>
          <a:ln>
            <a:solidFill>
              <a:srgbClr val="FF0000"/>
            </a:solidFill>
            <a:headEnd type="none" w="sm" len="lg"/>
            <a:tailEnd type="triangle" w="sm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9BD058F7-0E8C-48F2-A554-F597D96C6BC9}"/>
              </a:ext>
            </a:extLst>
          </p:cNvPr>
          <p:cNvSpPr txBox="1"/>
          <p:nvPr/>
        </p:nvSpPr>
        <p:spPr>
          <a:xfrm>
            <a:off x="6659816" y="3663346"/>
            <a:ext cx="3965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Yaw(Positive 0-pi)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16D129C-9556-4A32-8BEF-D3CB1674E39E}"/>
              </a:ext>
            </a:extLst>
          </p:cNvPr>
          <p:cNvSpPr txBox="1"/>
          <p:nvPr/>
        </p:nvSpPr>
        <p:spPr>
          <a:xfrm>
            <a:off x="9431059" y="3461566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World X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AE0F7FB-7464-4E33-9170-429DA39207F3}"/>
              </a:ext>
            </a:extLst>
          </p:cNvPr>
          <p:cNvSpPr txBox="1"/>
          <p:nvPr/>
        </p:nvSpPr>
        <p:spPr>
          <a:xfrm>
            <a:off x="5047986" y="747049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World Y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l-GR" altLang="zh-CN" dirty="0"/>
              <a:t>Κ</a:t>
            </a:r>
            <a:r>
              <a:rPr lang="en-US" altLang="zh-CN" dirty="0"/>
              <a:t>:</a:t>
            </a:r>
            <a:r>
              <a:rPr lang="zh-CN" altLang="en-US" dirty="0"/>
              <a:t>路的曲率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03103" y="1659504"/>
            <a:ext cx="10985793" cy="353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5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3386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7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88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60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61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62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63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64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65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666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667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668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69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70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71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44AED84-BE50-41B1-BF7B-07FFAB336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64" y="669956"/>
            <a:ext cx="5187636" cy="518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87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17324</TotalTime>
  <Words>1350</Words>
  <Application>Microsoft Office PowerPoint</Application>
  <PresentationFormat>宽屏</PresentationFormat>
  <Paragraphs>344</Paragraphs>
  <Slides>27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-apple-system</vt:lpstr>
      <vt:lpstr>inherit</vt:lpstr>
      <vt:lpstr>等线</vt:lpstr>
      <vt:lpstr>等线 Light</vt:lpstr>
      <vt:lpstr>Arial</vt:lpstr>
      <vt:lpstr>Cambria Math</vt:lpstr>
      <vt:lpstr>Consolas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541</cp:revision>
  <dcterms:created xsi:type="dcterms:W3CDTF">2025-06-24T06:25:07Z</dcterms:created>
  <dcterms:modified xsi:type="dcterms:W3CDTF">2025-08-04T13:55:36Z</dcterms:modified>
</cp:coreProperties>
</file>