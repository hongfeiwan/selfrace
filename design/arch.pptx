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85" r:id="rId2"/>
    <p:sldId id="256" r:id="rId3"/>
    <p:sldId id="257" r:id="rId4"/>
    <p:sldId id="270" r:id="rId5"/>
    <p:sldId id="268" r:id="rId6"/>
    <p:sldId id="260" r:id="rId7"/>
    <p:sldId id="259" r:id="rId8"/>
    <p:sldId id="269" r:id="rId9"/>
    <p:sldId id="276" r:id="rId10"/>
    <p:sldId id="258" r:id="rId11"/>
    <p:sldId id="277" r:id="rId12"/>
    <p:sldId id="274" r:id="rId13"/>
    <p:sldId id="265" r:id="rId14"/>
    <p:sldId id="271" r:id="rId15"/>
    <p:sldId id="272" r:id="rId16"/>
    <p:sldId id="280" r:id="rId17"/>
    <p:sldId id="281" r:id="rId18"/>
    <p:sldId id="282" r:id="rId19"/>
    <p:sldId id="283" r:id="rId20"/>
    <p:sldId id="284" r:id="rId21"/>
    <p:sldId id="266" r:id="rId22"/>
    <p:sldId id="261" r:id="rId23"/>
    <p:sldId id="262" r:id="rId24"/>
    <p:sldId id="263" r:id="rId25"/>
    <p:sldId id="273" r:id="rId26"/>
    <p:sldId id="275" r:id="rId27"/>
    <p:sldId id="278" r:id="rId28"/>
    <p:sldId id="279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9" autoAdjust="0"/>
    <p:restoredTop sz="94411" autoAdjust="0"/>
  </p:normalViewPr>
  <p:slideViewPr>
    <p:cSldViewPr snapToGrid="0">
      <p:cViewPr varScale="1">
        <p:scale>
          <a:sx n="85" d="100"/>
          <a:sy n="85" d="100"/>
        </p:scale>
        <p:origin x="11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image" Target="../media/image17.wmf"/><Relationship Id="rId4" Type="http://schemas.openxmlformats.org/officeDocument/2006/relationships/image" Target="../media/image20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9.wmf"/><Relationship Id="rId3" Type="http://schemas.openxmlformats.org/officeDocument/2006/relationships/image" Target="../media/image24.wmf"/><Relationship Id="rId7" Type="http://schemas.openxmlformats.org/officeDocument/2006/relationships/image" Target="../media/image28.emf"/><Relationship Id="rId12" Type="http://schemas.openxmlformats.org/officeDocument/2006/relationships/image" Target="../media/image33.wmf"/><Relationship Id="rId2" Type="http://schemas.openxmlformats.org/officeDocument/2006/relationships/image" Target="../media/image23.wmf"/><Relationship Id="rId1" Type="http://schemas.openxmlformats.org/officeDocument/2006/relationships/image" Target="../media/image22.wmf"/><Relationship Id="rId6" Type="http://schemas.openxmlformats.org/officeDocument/2006/relationships/image" Target="../media/image27.wmf"/><Relationship Id="rId11" Type="http://schemas.openxmlformats.org/officeDocument/2006/relationships/image" Target="../media/image32.wmf"/><Relationship Id="rId5" Type="http://schemas.openxmlformats.org/officeDocument/2006/relationships/image" Target="../media/image26.wmf"/><Relationship Id="rId10" Type="http://schemas.openxmlformats.org/officeDocument/2006/relationships/image" Target="../media/image31.wmf"/><Relationship Id="rId4" Type="http://schemas.openxmlformats.org/officeDocument/2006/relationships/image" Target="../media/image25.wmf"/><Relationship Id="rId9" Type="http://schemas.openxmlformats.org/officeDocument/2006/relationships/image" Target="../media/image30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wmf"/><Relationship Id="rId13" Type="http://schemas.openxmlformats.org/officeDocument/2006/relationships/image" Target="../media/image20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7.wmf"/><Relationship Id="rId11" Type="http://schemas.openxmlformats.org/officeDocument/2006/relationships/image" Target="../media/image19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21.png"/><Relationship Id="rId9" Type="http://schemas.openxmlformats.org/officeDocument/2006/relationships/image" Target="../media/image1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13" Type="http://schemas.openxmlformats.org/officeDocument/2006/relationships/image" Target="../media/image26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30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8.emf"/><Relationship Id="rId25" Type="http://schemas.openxmlformats.org/officeDocument/2006/relationships/image" Target="../media/image32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3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7.wmf"/><Relationship Id="rId23" Type="http://schemas.openxmlformats.org/officeDocument/2006/relationships/image" Target="../media/image31.wmf"/><Relationship Id="rId10" Type="http://schemas.openxmlformats.org/officeDocument/2006/relationships/image" Target="../media/image25.wmf"/><Relationship Id="rId19" Type="http://schemas.openxmlformats.org/officeDocument/2006/relationships/image" Target="../media/image29.wmf"/><Relationship Id="rId4" Type="http://schemas.openxmlformats.org/officeDocument/2006/relationships/image" Target="../media/image22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3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gif"/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FC511825-B5A9-46E8-9495-CF64ED4486C7}"/>
              </a:ext>
            </a:extLst>
          </p:cNvPr>
          <p:cNvGrpSpPr/>
          <p:nvPr/>
        </p:nvGrpSpPr>
        <p:grpSpPr>
          <a:xfrm>
            <a:off x="2147112" y="2271053"/>
            <a:ext cx="7897775" cy="2315894"/>
            <a:chOff x="2147112" y="2271053"/>
            <a:chExt cx="7897775" cy="2315894"/>
          </a:xfrm>
        </p:grpSpPr>
        <p:pic>
          <p:nvPicPr>
            <p:cNvPr id="6" name="图形 5" descr="汽车 纯色填充">
              <a:extLst>
                <a:ext uri="{FF2B5EF4-FFF2-40B4-BE49-F238E27FC236}">
                  <a16:creationId xmlns:a16="http://schemas.microsoft.com/office/drawing/2014/main" id="{E7FF3745-6A63-4413-8F25-C7B18AF96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18598" y="2271053"/>
              <a:ext cx="2315894" cy="2315894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7164499-8C6B-4F2E-AC2E-B435BF9C03FD}"/>
                </a:ext>
              </a:extLst>
            </p:cNvPr>
            <p:cNvSpPr txBox="1"/>
            <p:nvPr/>
          </p:nvSpPr>
          <p:spPr>
            <a:xfrm>
              <a:off x="2147112" y="2767280"/>
              <a:ext cx="7897775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 dirty="0">
                  <a:solidFill>
                    <a:srgbClr val="7030A0"/>
                  </a:solidFill>
                  <a:latin typeface="BankGothic Md BT" panose="020B0807020203060204" pitchFamily="34" charset="0"/>
                </a:rPr>
                <a:t>Self      Race</a:t>
              </a:r>
              <a:endParaRPr lang="zh-CN" altLang="en-US" sz="8000" b="1" dirty="0">
                <a:solidFill>
                  <a:srgbClr val="7030A0"/>
                </a:solidFill>
                <a:latin typeface="BankGothic Md BT" panose="020B080702020306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7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458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9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0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76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77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78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79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0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1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882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883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884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5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6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7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20212</TotalTime>
  <Words>1355</Words>
  <Application>Microsoft Office PowerPoint</Application>
  <PresentationFormat>宽屏</PresentationFormat>
  <Paragraphs>346</Paragraphs>
  <Slides>28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9" baseType="lpstr">
      <vt:lpstr>-apple-system</vt:lpstr>
      <vt:lpstr>inherit</vt:lpstr>
      <vt:lpstr>等线</vt:lpstr>
      <vt:lpstr>等线 Light</vt:lpstr>
      <vt:lpstr>Arial</vt:lpstr>
      <vt:lpstr>BankGothic Md BT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554</cp:revision>
  <dcterms:created xsi:type="dcterms:W3CDTF">2025-06-24T06:25:07Z</dcterms:created>
  <dcterms:modified xsi:type="dcterms:W3CDTF">2025-09-02T07:05:06Z</dcterms:modified>
</cp:coreProperties>
</file>