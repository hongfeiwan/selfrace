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0" r:id="rId4"/>
    <p:sldId id="268" r:id="rId5"/>
    <p:sldId id="260" r:id="rId6"/>
    <p:sldId id="259" r:id="rId7"/>
    <p:sldId id="269" r:id="rId8"/>
    <p:sldId id="276" r:id="rId9"/>
    <p:sldId id="258" r:id="rId10"/>
    <p:sldId id="277" r:id="rId11"/>
    <p:sldId id="274" r:id="rId12"/>
    <p:sldId id="265" r:id="rId13"/>
    <p:sldId id="271" r:id="rId14"/>
    <p:sldId id="272" r:id="rId15"/>
    <p:sldId id="280" r:id="rId16"/>
    <p:sldId id="281" r:id="rId17"/>
    <p:sldId id="282" r:id="rId18"/>
    <p:sldId id="283" r:id="rId19"/>
    <p:sldId id="284" r:id="rId20"/>
    <p:sldId id="266" r:id="rId21"/>
    <p:sldId id="261" r:id="rId22"/>
    <p:sldId id="262" r:id="rId23"/>
    <p:sldId id="263" r:id="rId24"/>
    <p:sldId id="273" r:id="rId25"/>
    <p:sldId id="275" r:id="rId26"/>
    <p:sldId id="278" r:id="rId27"/>
    <p:sldId id="279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80C"/>
    <a:srgbClr val="FF0000"/>
    <a:srgbClr val="FF4EF9"/>
    <a:srgbClr val="8BCFEC"/>
    <a:srgbClr val="D3D7D3"/>
    <a:srgbClr val="F7CFC7"/>
    <a:srgbClr val="0000FF"/>
    <a:srgbClr val="00BFBF"/>
    <a:srgbClr val="870087"/>
    <a:srgbClr val="FF8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94411" autoAdjust="0"/>
  </p:normalViewPr>
  <p:slideViewPr>
    <p:cSldViewPr snapToGrid="0">
      <p:cViewPr varScale="1">
        <p:scale>
          <a:sx n="91" d="100"/>
          <a:sy n="91" d="100"/>
        </p:scale>
        <p:origin x="7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image" Target="../media/image15.wmf"/><Relationship Id="rId4" Type="http://schemas.openxmlformats.org/officeDocument/2006/relationships/image" Target="../media/image18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3" Type="http://schemas.openxmlformats.org/officeDocument/2006/relationships/image" Target="../media/image22.wmf"/><Relationship Id="rId7" Type="http://schemas.openxmlformats.org/officeDocument/2006/relationships/image" Target="../media/image26.emf"/><Relationship Id="rId12" Type="http://schemas.openxmlformats.org/officeDocument/2006/relationships/image" Target="../media/image31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Relationship Id="rId6" Type="http://schemas.openxmlformats.org/officeDocument/2006/relationships/image" Target="../media/image25.wmf"/><Relationship Id="rId11" Type="http://schemas.openxmlformats.org/officeDocument/2006/relationships/image" Target="../media/image30.wmf"/><Relationship Id="rId5" Type="http://schemas.openxmlformats.org/officeDocument/2006/relationships/image" Target="../media/image24.wmf"/><Relationship Id="rId10" Type="http://schemas.openxmlformats.org/officeDocument/2006/relationships/image" Target="../media/image29.wmf"/><Relationship Id="rId4" Type="http://schemas.openxmlformats.org/officeDocument/2006/relationships/image" Target="../media/image23.wmf"/><Relationship Id="rId9" Type="http://schemas.openxmlformats.org/officeDocument/2006/relationships/image" Target="../media/image2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wmf"/><Relationship Id="rId13" Type="http://schemas.openxmlformats.org/officeDocument/2006/relationships/image" Target="../media/image18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5.wmf"/><Relationship Id="rId11" Type="http://schemas.openxmlformats.org/officeDocument/2006/relationships/image" Target="../media/image17.w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19.png"/><Relationship Id="rId9" Type="http://schemas.openxmlformats.org/officeDocument/2006/relationships/image" Target="../media/image19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24.wmf"/><Relationship Id="rId18" Type="http://schemas.openxmlformats.org/officeDocument/2006/relationships/oleObject" Target="../embeddings/oleObject12.bin"/><Relationship Id="rId26" Type="http://schemas.openxmlformats.org/officeDocument/2006/relationships/oleObject" Target="../embeddings/oleObject16.bin"/><Relationship Id="rId3" Type="http://schemas.openxmlformats.org/officeDocument/2006/relationships/oleObject" Target="../embeddings/oleObject5.bin"/><Relationship Id="rId21" Type="http://schemas.openxmlformats.org/officeDocument/2006/relationships/image" Target="../media/image28.wmf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6.emf"/><Relationship Id="rId25" Type="http://schemas.openxmlformats.org/officeDocument/2006/relationships/image" Target="../media/image3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oleObject" Target="../embeddings/oleObject13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21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5.bin"/><Relationship Id="rId5" Type="http://schemas.openxmlformats.org/officeDocument/2006/relationships/oleObject" Target="../embeddings/oleObject6.bin"/><Relationship Id="rId15" Type="http://schemas.openxmlformats.org/officeDocument/2006/relationships/image" Target="../media/image25.wmf"/><Relationship Id="rId23" Type="http://schemas.openxmlformats.org/officeDocument/2006/relationships/image" Target="../media/image29.wmf"/><Relationship Id="rId10" Type="http://schemas.openxmlformats.org/officeDocument/2006/relationships/image" Target="../media/image23.wmf"/><Relationship Id="rId19" Type="http://schemas.openxmlformats.org/officeDocument/2006/relationships/image" Target="../media/image27.wmf"/><Relationship Id="rId4" Type="http://schemas.openxmlformats.org/officeDocument/2006/relationships/image" Target="../media/image20.wmf"/><Relationship Id="rId9" Type="http://schemas.openxmlformats.org/officeDocument/2006/relationships/oleObject" Target="../embeddings/oleObject8.bin"/><Relationship Id="rId14" Type="http://schemas.openxmlformats.org/officeDocument/2006/relationships/oleObject" Target="../embeddings/oleObject10.bin"/><Relationship Id="rId22" Type="http://schemas.openxmlformats.org/officeDocument/2006/relationships/oleObject" Target="../embeddings/oleObject14.bin"/><Relationship Id="rId27" Type="http://schemas.openxmlformats.org/officeDocument/2006/relationships/image" Target="../media/image31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gif"/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17507ACB-0931-45A3-AC3C-F0743DAD1C43}"/>
              </a:ext>
            </a:extLst>
          </p:cNvPr>
          <p:cNvGrpSpPr/>
          <p:nvPr/>
        </p:nvGrpSpPr>
        <p:grpSpPr>
          <a:xfrm>
            <a:off x="1230982" y="1255049"/>
            <a:ext cx="6105478" cy="3788135"/>
            <a:chOff x="4520282" y="747049"/>
            <a:chExt cx="6105478" cy="3788135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16372977-B253-4D38-B20D-6CF72CC3C803}"/>
                </a:ext>
              </a:extLst>
            </p:cNvPr>
            <p:cNvGrpSpPr/>
            <p:nvPr/>
          </p:nvGrpSpPr>
          <p:grpSpPr>
            <a:xfrm rot="19748169">
              <a:off x="4520282" y="967047"/>
              <a:ext cx="4959248" cy="3568137"/>
              <a:chOff x="4471989" y="1205267"/>
              <a:chExt cx="4959248" cy="35681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EA64AA7-3116-4AA4-8010-0497218C8648}"/>
                  </a:ext>
                </a:extLst>
              </p:cNvPr>
              <p:cNvSpPr/>
              <p:nvPr/>
            </p:nvSpPr>
            <p:spPr>
              <a:xfrm>
                <a:off x="4471989" y="2516206"/>
                <a:ext cx="1581153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5400" b="1" dirty="0"/>
                  <a:t>→</a:t>
                </a:r>
              </a:p>
            </p:txBody>
          </p:sp>
          <p:sp>
            <p:nvSpPr>
              <p:cNvPr id="18" name="弧形 17">
                <a:extLst>
                  <a:ext uri="{FF2B5EF4-FFF2-40B4-BE49-F238E27FC236}">
                    <a16:creationId xmlns:a16="http://schemas.microsoft.com/office/drawing/2014/main" id="{C77ECEC5-C2CE-435C-A9AD-AB42FBA7B35C}"/>
                  </a:ext>
                </a:extLst>
              </p:cNvPr>
              <p:cNvSpPr/>
              <p:nvPr/>
            </p:nvSpPr>
            <p:spPr>
              <a:xfrm rot="16200000" flipV="1">
                <a:off x="5151707" y="2961216"/>
                <a:ext cx="1800000" cy="1824376"/>
              </a:xfrm>
              <a:prstGeom prst="arc">
                <a:avLst>
                  <a:gd name="adj1" fmla="val 16386859"/>
                  <a:gd name="adj2" fmla="val 0"/>
                </a:avLst>
              </a:prstGeom>
              <a:ln>
                <a:headEnd type="triangle" w="sm" len="lg"/>
                <a:tailEnd type="none" w="sm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F6A94400-A9AB-4AF3-92D2-DDAC8EA38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2565" y="2973403"/>
                <a:ext cx="17013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5BDC302-6618-41F7-858B-BFEA779401C9}"/>
                  </a:ext>
                </a:extLst>
              </p:cNvPr>
              <p:cNvCxnSpPr>
                <a:cxnSpLocks/>
              </p:cNvCxnSpPr>
              <p:nvPr/>
            </p:nvCxnSpPr>
            <p:spPr>
              <a:xfrm rot="1851831" flipH="1" flipV="1">
                <a:off x="4889316" y="1725870"/>
                <a:ext cx="717625" cy="1144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5D5DA66-FEC8-4510-8049-4614C04B9DE1}"/>
                  </a:ext>
                </a:extLst>
              </p:cNvPr>
              <p:cNvSpPr txBox="1"/>
              <p:nvPr/>
            </p:nvSpPr>
            <p:spPr>
              <a:xfrm>
                <a:off x="6963895" y="2788736"/>
                <a:ext cx="23071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C8587D4E-97FC-45D6-A7D7-A0BDF2FB5BA3}"/>
                  </a:ext>
                </a:extLst>
              </p:cNvPr>
              <p:cNvSpPr txBox="1"/>
              <p:nvPr/>
            </p:nvSpPr>
            <p:spPr>
              <a:xfrm rot="5400000">
                <a:off x="4443235" y="1616514"/>
                <a:ext cx="11918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64CDA9E-3B4A-4B46-9267-1AD5B1143B17}"/>
                  </a:ext>
                </a:extLst>
              </p:cNvPr>
              <p:cNvSpPr txBox="1"/>
              <p:nvPr/>
            </p:nvSpPr>
            <p:spPr>
              <a:xfrm>
                <a:off x="6963895" y="3480742"/>
                <a:ext cx="24673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Steering_angle(Positive)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2A8F0BB-96C6-4845-A56C-476FC0745221}"/>
                </a:ext>
              </a:extLst>
            </p:cNvPr>
            <p:cNvCxnSpPr/>
            <p:nvPr/>
          </p:nvCxnSpPr>
          <p:spPr>
            <a:xfrm flipV="1">
              <a:off x="5541872" y="1193800"/>
              <a:ext cx="0" cy="241012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2DB250B-D9BC-4CE2-9212-51D002BC4935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72" y="3594945"/>
              <a:ext cx="3818028" cy="5128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93D699D5-F031-4C8E-91C3-C2142EF66C95}"/>
                </a:ext>
              </a:extLst>
            </p:cNvPr>
            <p:cNvSpPr/>
            <p:nvPr/>
          </p:nvSpPr>
          <p:spPr>
            <a:xfrm rot="19738885" flipV="1">
              <a:off x="4943676" y="2516812"/>
              <a:ext cx="1800000" cy="1824376"/>
            </a:xfrm>
            <a:prstGeom prst="arc">
              <a:avLst>
                <a:gd name="adj1" fmla="val 19096673"/>
                <a:gd name="adj2" fmla="val 0"/>
              </a:avLst>
            </a:prstGeom>
            <a:ln>
              <a:solidFill>
                <a:srgbClr val="FF0000"/>
              </a:solidFill>
              <a:headEnd type="none" w="sm" len="lg"/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9BD058F7-0E8C-48F2-A554-F597D96C6BC9}"/>
                </a:ext>
              </a:extLst>
            </p:cNvPr>
            <p:cNvSpPr txBox="1"/>
            <p:nvPr/>
          </p:nvSpPr>
          <p:spPr>
            <a:xfrm>
              <a:off x="6659816" y="3663346"/>
              <a:ext cx="39659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Yaw(Positive 0-pi)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16D129C-9556-4A32-8BEF-D3CB1674E39E}"/>
                </a:ext>
              </a:extLst>
            </p:cNvPr>
            <p:cNvSpPr txBox="1"/>
            <p:nvPr/>
          </p:nvSpPr>
          <p:spPr>
            <a:xfrm>
              <a:off x="9431059" y="346156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X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AE0F7FB-7464-4E33-9170-429DA39207F3}"/>
                </a:ext>
              </a:extLst>
            </p:cNvPr>
            <p:cNvSpPr txBox="1"/>
            <p:nvPr/>
          </p:nvSpPr>
          <p:spPr>
            <a:xfrm>
              <a:off x="5047986" y="747049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Y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29040B3D-ED0F-4173-A178-D5464B390F72}"/>
              </a:ext>
            </a:extLst>
          </p:cNvPr>
          <p:cNvSpPr/>
          <p:nvPr/>
        </p:nvSpPr>
        <p:spPr>
          <a:xfrm>
            <a:off x="7786029" y="1143000"/>
            <a:ext cx="3250271" cy="45771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319683F-99E9-4F8C-8583-4E41796BB5E8}"/>
              </a:ext>
            </a:extLst>
          </p:cNvPr>
          <p:cNvCxnSpPr>
            <a:stCxn id="6" idx="2"/>
            <a:endCxn id="6" idx="0"/>
          </p:cNvCxnSpPr>
          <p:nvPr/>
        </p:nvCxnSpPr>
        <p:spPr>
          <a:xfrm flipV="1">
            <a:off x="9411165" y="1143000"/>
            <a:ext cx="0" cy="457714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736AFC4-8945-4F87-A553-BAEDE52A8AEA}"/>
              </a:ext>
            </a:extLst>
          </p:cNvPr>
          <p:cNvCxnSpPr>
            <a:cxnSpLocks/>
          </p:cNvCxnSpPr>
          <p:nvPr/>
        </p:nvCxnSpPr>
        <p:spPr>
          <a:xfrm>
            <a:off x="9411166" y="1897078"/>
            <a:ext cx="16251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94A7ED5A-6E0C-484A-A65E-A03CA17079FE}"/>
              </a:ext>
            </a:extLst>
          </p:cNvPr>
          <p:cNvSpPr txBox="1"/>
          <p:nvPr/>
        </p:nvSpPr>
        <p:spPr>
          <a:xfrm>
            <a:off x="9674122" y="1911533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弧形 11">
            <a:extLst>
              <a:ext uri="{FF2B5EF4-FFF2-40B4-BE49-F238E27FC236}">
                <a16:creationId xmlns:a16="http://schemas.microsoft.com/office/drawing/2014/main" id="{DB75E760-1E76-421D-81C8-8D732C73D947}"/>
              </a:ext>
            </a:extLst>
          </p:cNvPr>
          <p:cNvSpPr/>
          <p:nvPr/>
        </p:nvSpPr>
        <p:spPr>
          <a:xfrm rot="16200000">
            <a:off x="9415136" y="1304025"/>
            <a:ext cx="914400" cy="914400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2287732-068E-436B-8A22-F8E902052420}"/>
              </a:ext>
            </a:extLst>
          </p:cNvPr>
          <p:cNvSpPr txBox="1"/>
          <p:nvPr/>
        </p:nvSpPr>
        <p:spPr>
          <a:xfrm>
            <a:off x="9872336" y="1150707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l-GR" altLang="zh-CN" dirty="0"/>
              <a:t>Κ</a:t>
            </a:r>
            <a:r>
              <a:rPr lang="en-US" altLang="zh-CN" dirty="0"/>
              <a:t>:</a:t>
            </a:r>
            <a:r>
              <a:rPr lang="zh-CN" altLang="en-US" dirty="0"/>
              <a:t>路的曲率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03103" y="1659504"/>
            <a:ext cx="10985793" cy="353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25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426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27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28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80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81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82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83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84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85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786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787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788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89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90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91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44AED84-BE50-41B1-BF7B-07FFAB336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64" y="669956"/>
            <a:ext cx="5187636" cy="518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87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19389</TotalTime>
  <Words>1358</Words>
  <Application>Microsoft Office PowerPoint</Application>
  <PresentationFormat>宽屏</PresentationFormat>
  <Paragraphs>346</Paragraphs>
  <Slides>27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-apple-system</vt:lpstr>
      <vt:lpstr>inherit</vt:lpstr>
      <vt:lpstr>等线</vt:lpstr>
      <vt:lpstr>等线 Light</vt:lpstr>
      <vt:lpstr>Arial</vt:lpstr>
      <vt:lpstr>Cambria Math</vt:lpstr>
      <vt:lpstr>Consolas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548</cp:revision>
  <dcterms:created xsi:type="dcterms:W3CDTF">2025-06-24T06:25:07Z</dcterms:created>
  <dcterms:modified xsi:type="dcterms:W3CDTF">2025-08-07T13:36:27Z</dcterms:modified>
</cp:coreProperties>
</file>